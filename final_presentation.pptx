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4" r:id="rId3"/>
    <p:sldId id="257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5CFF07-7C42-47FE-828B-C1B5DC0EB461}" v="69" dt="2026-05-04T02:11:38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 k" userId="49bbbc7aec4302f1" providerId="LiveId" clId="{19D83CF8-C530-4AE8-A830-B3F2F1C02079}"/>
    <pc:docChg chg="undo redo custSel addSld delSld modSld sldOrd modMainMaster">
      <pc:chgData name="tara k" userId="49bbbc7aec4302f1" providerId="LiveId" clId="{19D83CF8-C530-4AE8-A830-B3F2F1C02079}" dt="2026-05-04T02:11:38.104" v="4575"/>
      <pc:docMkLst>
        <pc:docMk/>
      </pc:docMkLst>
      <pc:sldChg chg="addSp delSp modSp new mod modTransition">
        <pc:chgData name="tara k" userId="49bbbc7aec4302f1" providerId="LiveId" clId="{19D83CF8-C530-4AE8-A830-B3F2F1C02079}" dt="2026-05-04T02:11:38.104" v="4575"/>
        <pc:sldMkLst>
          <pc:docMk/>
          <pc:sldMk cId="3291172996" sldId="256"/>
        </pc:sldMkLst>
        <pc:spChg chg="mod">
          <ac:chgData name="tara k" userId="49bbbc7aec4302f1" providerId="LiveId" clId="{19D83CF8-C530-4AE8-A830-B3F2F1C02079}" dt="2026-05-04T00:30:18.281" v="51" actId="14100"/>
          <ac:spMkLst>
            <pc:docMk/>
            <pc:sldMk cId="3291172996" sldId="256"/>
            <ac:spMk id="2" creationId="{5EFB4F78-EFFE-0C84-7F90-AAF096A41C62}"/>
          </ac:spMkLst>
        </pc:spChg>
        <pc:spChg chg="mod">
          <ac:chgData name="tara k" userId="49bbbc7aec4302f1" providerId="LiveId" clId="{19D83CF8-C530-4AE8-A830-B3F2F1C02079}" dt="2026-05-04T01:42:39.035" v="2930" actId="255"/>
          <ac:spMkLst>
            <pc:docMk/>
            <pc:sldMk cId="3291172996" sldId="256"/>
            <ac:spMk id="3" creationId="{2B0D52FF-EEB8-DE9C-9CFD-DFE27277D2E0}"/>
          </ac:spMkLst>
        </pc:spChg>
        <pc:spChg chg="add del mod">
          <ac:chgData name="tara k" userId="49bbbc7aec4302f1" providerId="LiveId" clId="{19D83CF8-C530-4AE8-A830-B3F2F1C02079}" dt="2026-05-04T01:43:33.938" v="2938" actId="115"/>
          <ac:spMkLst>
            <pc:docMk/>
            <pc:sldMk cId="3291172996" sldId="256"/>
            <ac:spMk id="4" creationId="{FC7ED96A-7A2D-048D-7325-6DBD37CD2839}"/>
          </ac:spMkLst>
        </pc:spChg>
        <pc:spChg chg="add del mod">
          <ac:chgData name="tara k" userId="49bbbc7aec4302f1" providerId="LiveId" clId="{19D83CF8-C530-4AE8-A830-B3F2F1C02079}" dt="2026-05-04T01:43:36.275" v="2939" actId="115"/>
          <ac:spMkLst>
            <pc:docMk/>
            <pc:sldMk cId="3291172996" sldId="256"/>
            <ac:spMk id="5" creationId="{61DF00F0-A676-344D-3048-2DDBBD352434}"/>
          </ac:spMkLst>
        </pc:spChg>
        <pc:spChg chg="add del mod">
          <ac:chgData name="tara k" userId="49bbbc7aec4302f1" providerId="LiveId" clId="{19D83CF8-C530-4AE8-A830-B3F2F1C02079}" dt="2026-05-04T01:43:38.164" v="2940" actId="115"/>
          <ac:spMkLst>
            <pc:docMk/>
            <pc:sldMk cId="3291172996" sldId="256"/>
            <ac:spMk id="6" creationId="{F8CE660B-ED17-9660-D594-71E760B58B15}"/>
          </ac:spMkLst>
        </pc:spChg>
        <pc:spChg chg="add mod">
          <ac:chgData name="tara k" userId="49bbbc7aec4302f1" providerId="LiveId" clId="{19D83CF8-C530-4AE8-A830-B3F2F1C02079}" dt="2026-05-04T01:54:46.521" v="3936" actId="14100"/>
          <ac:spMkLst>
            <pc:docMk/>
            <pc:sldMk cId="3291172996" sldId="256"/>
            <ac:spMk id="7" creationId="{8B80CD88-E822-3ACB-BFC8-FC495CBD4A2D}"/>
          </ac:spMkLst>
        </pc:spChg>
        <pc:spChg chg="add mod">
          <ac:chgData name="tara k" userId="49bbbc7aec4302f1" providerId="LiveId" clId="{19D83CF8-C530-4AE8-A830-B3F2F1C02079}" dt="2026-05-04T01:54:33.208" v="3912" actId="1076"/>
          <ac:spMkLst>
            <pc:docMk/>
            <pc:sldMk cId="3291172996" sldId="256"/>
            <ac:spMk id="8" creationId="{CA030BE4-E66A-F7EF-D913-FDEB4F8505CD}"/>
          </ac:spMkLst>
        </pc:spChg>
        <pc:spChg chg="add mod">
          <ac:chgData name="tara k" userId="49bbbc7aec4302f1" providerId="LiveId" clId="{19D83CF8-C530-4AE8-A830-B3F2F1C02079}" dt="2026-05-04T01:54:41.948" v="3935" actId="20577"/>
          <ac:spMkLst>
            <pc:docMk/>
            <pc:sldMk cId="3291172996" sldId="256"/>
            <ac:spMk id="9" creationId="{018AEE38-1E07-060E-5473-C3CC2C11631A}"/>
          </ac:spMkLst>
        </pc:spChg>
      </pc:sldChg>
      <pc:sldChg chg="new del">
        <pc:chgData name="tara k" userId="49bbbc7aec4302f1" providerId="LiveId" clId="{19D83CF8-C530-4AE8-A830-B3F2F1C02079}" dt="2026-05-04T00:38:12.617" v="128" actId="680"/>
        <pc:sldMkLst>
          <pc:docMk/>
          <pc:sldMk cId="79255917" sldId="257"/>
        </pc:sldMkLst>
      </pc:sldChg>
      <pc:sldChg chg="addSp delSp modSp new mod modTransition">
        <pc:chgData name="tara k" userId="49bbbc7aec4302f1" providerId="LiveId" clId="{19D83CF8-C530-4AE8-A830-B3F2F1C02079}" dt="2026-05-04T02:11:30.881" v="4574"/>
        <pc:sldMkLst>
          <pc:docMk/>
          <pc:sldMk cId="869119758" sldId="257"/>
        </pc:sldMkLst>
        <pc:spChg chg="mod">
          <ac:chgData name="tara k" userId="49bbbc7aec4302f1" providerId="LiveId" clId="{19D83CF8-C530-4AE8-A830-B3F2F1C02079}" dt="2026-05-04T00:40:15.960" v="236" actId="1035"/>
          <ac:spMkLst>
            <pc:docMk/>
            <pc:sldMk cId="869119758" sldId="257"/>
            <ac:spMk id="2" creationId="{89DE0484-5AA5-CFD6-0632-00544D55F726}"/>
          </ac:spMkLst>
        </pc:spChg>
        <pc:spChg chg="mod">
          <ac:chgData name="tara k" userId="49bbbc7aec4302f1" providerId="LiveId" clId="{19D83CF8-C530-4AE8-A830-B3F2F1C02079}" dt="2026-05-04T00:55:56.153" v="1021" actId="255"/>
          <ac:spMkLst>
            <pc:docMk/>
            <pc:sldMk cId="869119758" sldId="257"/>
            <ac:spMk id="3" creationId="{A36CEE4D-A101-4BB1-F9C9-037E89961C79}"/>
          </ac:spMkLst>
        </pc:spChg>
        <pc:spChg chg="add mod">
          <ac:chgData name="tara k" userId="49bbbc7aec4302f1" providerId="LiveId" clId="{19D83CF8-C530-4AE8-A830-B3F2F1C02079}" dt="2026-05-04T00:46:37.561" v="394" actId="1582"/>
          <ac:spMkLst>
            <pc:docMk/>
            <pc:sldMk cId="869119758" sldId="257"/>
            <ac:spMk id="15" creationId="{BC810930-3C63-2E86-F8A0-69D72A4F0F2D}"/>
          </ac:spMkLst>
        </pc:spChg>
        <pc:spChg chg="add mod">
          <ac:chgData name="tara k" userId="49bbbc7aec4302f1" providerId="LiveId" clId="{19D83CF8-C530-4AE8-A830-B3F2F1C02079}" dt="2026-05-04T00:47:55.803" v="417" actId="1035"/>
          <ac:spMkLst>
            <pc:docMk/>
            <pc:sldMk cId="869119758" sldId="257"/>
            <ac:spMk id="16" creationId="{4F32CD0B-777D-4F12-589A-BF0F65F05B78}"/>
          </ac:spMkLst>
        </pc:spChg>
        <pc:spChg chg="add mod">
          <ac:chgData name="tara k" userId="49bbbc7aec4302f1" providerId="LiveId" clId="{19D83CF8-C530-4AE8-A830-B3F2F1C02079}" dt="2026-05-04T00:56:20.438" v="1027" actId="208"/>
          <ac:spMkLst>
            <pc:docMk/>
            <pc:sldMk cId="869119758" sldId="257"/>
            <ac:spMk id="17" creationId="{14C42D07-60D3-9A01-8E56-E4F65C1EDB25}"/>
          </ac:spMkLst>
        </pc:spChg>
        <pc:spChg chg="add mod">
          <ac:chgData name="tara k" userId="49bbbc7aec4302f1" providerId="LiveId" clId="{19D83CF8-C530-4AE8-A830-B3F2F1C02079}" dt="2026-05-04T00:56:26.684" v="1028" actId="208"/>
          <ac:spMkLst>
            <pc:docMk/>
            <pc:sldMk cId="869119758" sldId="257"/>
            <ac:spMk id="18" creationId="{87140AF5-F3E8-2FC3-F921-39ECBB938B05}"/>
          </ac:spMkLst>
        </pc:spChg>
        <pc:spChg chg="add mod">
          <ac:chgData name="tara k" userId="49bbbc7aec4302f1" providerId="LiveId" clId="{19D83CF8-C530-4AE8-A830-B3F2F1C02079}" dt="2026-05-04T00:48:07.209" v="427" actId="208"/>
          <ac:spMkLst>
            <pc:docMk/>
            <pc:sldMk cId="869119758" sldId="257"/>
            <ac:spMk id="19" creationId="{8A18F979-DBB3-0262-8EBD-53F21DE5C295}"/>
          </ac:spMkLst>
        </pc:spChg>
        <pc:spChg chg="add mod">
          <ac:chgData name="tara k" userId="49bbbc7aec4302f1" providerId="LiveId" clId="{19D83CF8-C530-4AE8-A830-B3F2F1C02079}" dt="2026-05-04T00:48:18.401" v="476" actId="14100"/>
          <ac:spMkLst>
            <pc:docMk/>
            <pc:sldMk cId="869119758" sldId="257"/>
            <ac:spMk id="20" creationId="{3A9F36B8-5BBB-2C4D-F7F4-FA0850983AF9}"/>
          </ac:spMkLst>
        </pc:spChg>
        <pc:spChg chg="add mod">
          <ac:chgData name="tara k" userId="49bbbc7aec4302f1" providerId="LiveId" clId="{19D83CF8-C530-4AE8-A830-B3F2F1C02079}" dt="2026-05-04T00:56:28.368" v="1029" actId="208"/>
          <ac:spMkLst>
            <pc:docMk/>
            <pc:sldMk cId="869119758" sldId="257"/>
            <ac:spMk id="21" creationId="{8E29ECD8-336F-A652-27CA-45E676F77169}"/>
          </ac:spMkLst>
        </pc:spChg>
        <pc:spChg chg="add mod">
          <ac:chgData name="tara k" userId="49bbbc7aec4302f1" providerId="LiveId" clId="{19D83CF8-C530-4AE8-A830-B3F2F1C02079}" dt="2026-05-04T00:49:07.166" v="489" actId="208"/>
          <ac:spMkLst>
            <pc:docMk/>
            <pc:sldMk cId="869119758" sldId="257"/>
            <ac:spMk id="22" creationId="{15B936A9-6366-2DA2-2BE4-CDB15F0D54EA}"/>
          </ac:spMkLst>
        </pc:spChg>
        <pc:spChg chg="add mod">
          <ac:chgData name="tara k" userId="49bbbc7aec4302f1" providerId="LiveId" clId="{19D83CF8-C530-4AE8-A830-B3F2F1C02079}" dt="2026-05-04T00:49:09.119" v="490" actId="208"/>
          <ac:spMkLst>
            <pc:docMk/>
            <pc:sldMk cId="869119758" sldId="257"/>
            <ac:spMk id="23" creationId="{5E9216B4-DFED-99A3-39D4-7785FB938FA1}"/>
          </ac:spMkLst>
        </pc:spChg>
        <pc:spChg chg="add mod">
          <ac:chgData name="tara k" userId="49bbbc7aec4302f1" providerId="LiveId" clId="{19D83CF8-C530-4AE8-A830-B3F2F1C02079}" dt="2026-05-04T01:03:32.788" v="1212" actId="113"/>
          <ac:spMkLst>
            <pc:docMk/>
            <pc:sldMk cId="869119758" sldId="257"/>
            <ac:spMk id="31" creationId="{30680E4C-8237-2B1E-5F54-B08C4A1BC675}"/>
          </ac:spMkLst>
        </pc:spChg>
        <pc:spChg chg="add mod">
          <ac:chgData name="tara k" userId="49bbbc7aec4302f1" providerId="LiveId" clId="{19D83CF8-C530-4AE8-A830-B3F2F1C02079}" dt="2026-05-04T01:03:28.027" v="1211" actId="113"/>
          <ac:spMkLst>
            <pc:docMk/>
            <pc:sldMk cId="869119758" sldId="257"/>
            <ac:spMk id="39" creationId="{40296409-162F-AA74-DF27-BE3CA41F630C}"/>
          </ac:spMkLst>
        </pc:spChg>
        <pc:spChg chg="add mod">
          <ac:chgData name="tara k" userId="49bbbc7aec4302f1" providerId="LiveId" clId="{19D83CF8-C530-4AE8-A830-B3F2F1C02079}" dt="2026-05-04T01:03:26.217" v="1210" actId="113"/>
          <ac:spMkLst>
            <pc:docMk/>
            <pc:sldMk cId="869119758" sldId="257"/>
            <ac:spMk id="40" creationId="{70B4377E-E906-7C1E-75AA-CBD340DB6A51}"/>
          </ac:spMkLst>
        </pc:spChg>
        <pc:spChg chg="add mod">
          <ac:chgData name="tara k" userId="49bbbc7aec4302f1" providerId="LiveId" clId="{19D83CF8-C530-4AE8-A830-B3F2F1C02079}" dt="2026-05-04T01:03:20.820" v="1207" actId="113"/>
          <ac:spMkLst>
            <pc:docMk/>
            <pc:sldMk cId="869119758" sldId="257"/>
            <ac:spMk id="41" creationId="{5E70A8D7-BAC1-D853-3895-36869698BB6E}"/>
          </ac:spMkLst>
        </pc:spChg>
        <pc:picChg chg="add mod">
          <ac:chgData name="tara k" userId="49bbbc7aec4302f1" providerId="LiveId" clId="{19D83CF8-C530-4AE8-A830-B3F2F1C02079}" dt="2026-05-04T00:46:01.407" v="386" actId="1076"/>
          <ac:picMkLst>
            <pc:docMk/>
            <pc:sldMk cId="869119758" sldId="257"/>
            <ac:picMk id="5" creationId="{9F27E0D5-3EC3-5372-E0D4-198AD662E1C9}"/>
          </ac:picMkLst>
        </pc:picChg>
        <pc:picChg chg="add del mod">
          <ac:chgData name="tara k" userId="49bbbc7aec4302f1" providerId="LiveId" clId="{19D83CF8-C530-4AE8-A830-B3F2F1C02079}" dt="2026-05-04T00:42:29.771" v="260" actId="478"/>
          <ac:picMkLst>
            <pc:docMk/>
            <pc:sldMk cId="869119758" sldId="257"/>
            <ac:picMk id="6" creationId="{19A969E8-9827-49F9-2CDD-CA000E44C586}"/>
          </ac:picMkLst>
        </pc:picChg>
        <pc:picChg chg="add mod">
          <ac:chgData name="tara k" userId="49bbbc7aec4302f1" providerId="LiveId" clId="{19D83CF8-C530-4AE8-A830-B3F2F1C02079}" dt="2026-05-04T00:47:16.357" v="404" actId="1076"/>
          <ac:picMkLst>
            <pc:docMk/>
            <pc:sldMk cId="869119758" sldId="257"/>
            <ac:picMk id="8" creationId="{1FCE44EC-224F-40AB-AA96-8A4A10640B78}"/>
          </ac:picMkLst>
        </pc:picChg>
        <pc:picChg chg="add mod modCrop">
          <ac:chgData name="tara k" userId="49bbbc7aec4302f1" providerId="LiveId" clId="{19D83CF8-C530-4AE8-A830-B3F2F1C02079}" dt="2026-05-04T00:47:43.449" v="412" actId="1036"/>
          <ac:picMkLst>
            <pc:docMk/>
            <pc:sldMk cId="869119758" sldId="257"/>
            <ac:picMk id="10" creationId="{F6FB4D53-8C71-2044-0D37-4D14E3B74ACF}"/>
          </ac:picMkLst>
        </pc:picChg>
        <pc:picChg chg="add mod">
          <ac:chgData name="tara k" userId="49bbbc7aec4302f1" providerId="LiveId" clId="{19D83CF8-C530-4AE8-A830-B3F2F1C02079}" dt="2026-05-04T00:45:58.763" v="385" actId="1076"/>
          <ac:picMkLst>
            <pc:docMk/>
            <pc:sldMk cId="869119758" sldId="257"/>
            <ac:picMk id="12" creationId="{638290A9-5CE6-BF8B-134F-E1039AE187DA}"/>
          </ac:picMkLst>
        </pc:picChg>
        <pc:picChg chg="add mod">
          <ac:chgData name="tara k" userId="49bbbc7aec4302f1" providerId="LiveId" clId="{19D83CF8-C530-4AE8-A830-B3F2F1C02079}" dt="2026-05-04T00:55:23.112" v="1005" actId="1076"/>
          <ac:picMkLst>
            <pc:docMk/>
            <pc:sldMk cId="869119758" sldId="257"/>
            <ac:picMk id="30" creationId="{68BBACF5-3EA0-CE9F-71D0-60FC88FE3AB3}"/>
          </ac:picMkLst>
        </pc:picChg>
        <pc:inkChg chg="add del">
          <ac:chgData name="tara k" userId="49bbbc7aec4302f1" providerId="LiveId" clId="{19D83CF8-C530-4AE8-A830-B3F2F1C02079}" dt="2026-05-04T00:46:13.699" v="388" actId="9405"/>
          <ac:inkMkLst>
            <pc:docMk/>
            <pc:sldMk cId="869119758" sldId="257"/>
            <ac:inkMk id="13" creationId="{7AB5565B-605E-FB44-3F85-6FA99470CD2A}"/>
          </ac:inkMkLst>
        </pc:inkChg>
        <pc:inkChg chg="add del">
          <ac:chgData name="tara k" userId="49bbbc7aec4302f1" providerId="LiveId" clId="{19D83CF8-C530-4AE8-A830-B3F2F1C02079}" dt="2026-05-04T00:46:18.584" v="390" actId="9405"/>
          <ac:inkMkLst>
            <pc:docMk/>
            <pc:sldMk cId="869119758" sldId="257"/>
            <ac:inkMk id="14" creationId="{5C6A2FA7-1EA7-7B50-EBA5-8043C64AE8B4}"/>
          </ac:inkMkLst>
        </pc:inkChg>
        <pc:cxnChg chg="add mod">
          <ac:chgData name="tara k" userId="49bbbc7aec4302f1" providerId="LiveId" clId="{19D83CF8-C530-4AE8-A830-B3F2F1C02079}" dt="2026-05-04T00:49:39.423" v="496" actId="1582"/>
          <ac:cxnSpMkLst>
            <pc:docMk/>
            <pc:sldMk cId="869119758" sldId="257"/>
            <ac:cxnSpMk id="25" creationId="{D53733CC-FA98-F592-8280-913EF10A1CFD}"/>
          </ac:cxnSpMkLst>
        </pc:cxnChg>
        <pc:cxnChg chg="add del">
          <ac:chgData name="tara k" userId="49bbbc7aec4302f1" providerId="LiveId" clId="{19D83CF8-C530-4AE8-A830-B3F2F1C02079}" dt="2026-05-04T00:56:43.302" v="1032" actId="11529"/>
          <ac:cxnSpMkLst>
            <pc:docMk/>
            <pc:sldMk cId="869119758" sldId="257"/>
            <ac:cxnSpMk id="33" creationId="{63AFC182-62D2-72E2-9726-F53D6E0B7672}"/>
          </ac:cxnSpMkLst>
        </pc:cxnChg>
        <pc:cxnChg chg="add del mod">
          <ac:chgData name="tara k" userId="49bbbc7aec4302f1" providerId="LiveId" clId="{19D83CF8-C530-4AE8-A830-B3F2F1C02079}" dt="2026-05-04T00:56:54.978" v="1034" actId="11529"/>
          <ac:cxnSpMkLst>
            <pc:docMk/>
            <pc:sldMk cId="869119758" sldId="257"/>
            <ac:cxnSpMk id="35" creationId="{6C39AC4D-8019-ED0F-30C3-C773A7059486}"/>
          </ac:cxnSpMkLst>
        </pc:cxnChg>
        <pc:cxnChg chg="add mod">
          <ac:chgData name="tara k" userId="49bbbc7aec4302f1" providerId="LiveId" clId="{19D83CF8-C530-4AE8-A830-B3F2F1C02079}" dt="2026-05-04T00:57:13.887" v="1039" actId="14100"/>
          <ac:cxnSpMkLst>
            <pc:docMk/>
            <pc:sldMk cId="869119758" sldId="257"/>
            <ac:cxnSpMk id="37" creationId="{5C8E60B7-20B4-3E6E-F417-482D5D594A28}"/>
          </ac:cxnSpMkLst>
        </pc:cxnChg>
        <pc:cxnChg chg="add mod">
          <ac:chgData name="tara k" userId="49bbbc7aec4302f1" providerId="LiveId" clId="{19D83CF8-C530-4AE8-A830-B3F2F1C02079}" dt="2026-05-04T01:02:56.651" v="1203" actId="208"/>
          <ac:cxnSpMkLst>
            <pc:docMk/>
            <pc:sldMk cId="869119758" sldId="257"/>
            <ac:cxnSpMk id="43" creationId="{417A5FC8-3351-5FA4-BB9F-E466604FC1BF}"/>
          </ac:cxnSpMkLst>
        </pc:cxnChg>
        <pc:cxnChg chg="add del mod">
          <ac:chgData name="tara k" userId="49bbbc7aec4302f1" providerId="LiveId" clId="{19D83CF8-C530-4AE8-A830-B3F2F1C02079}" dt="2026-05-04T01:01:40.985" v="1188" actId="478"/>
          <ac:cxnSpMkLst>
            <pc:docMk/>
            <pc:sldMk cId="869119758" sldId="257"/>
            <ac:cxnSpMk id="46" creationId="{F6E2A9F5-1818-26B9-AC93-5EB9E874F018}"/>
          </ac:cxnSpMkLst>
        </pc:cxnChg>
        <pc:cxnChg chg="add del mod">
          <ac:chgData name="tara k" userId="49bbbc7aec4302f1" providerId="LiveId" clId="{19D83CF8-C530-4AE8-A830-B3F2F1C02079}" dt="2026-05-04T01:02:10.551" v="1194" actId="478"/>
          <ac:cxnSpMkLst>
            <pc:docMk/>
            <pc:sldMk cId="869119758" sldId="257"/>
            <ac:cxnSpMk id="52" creationId="{996C39E0-11B2-B6D3-3F94-3C85F65B1EEC}"/>
          </ac:cxnSpMkLst>
        </pc:cxnChg>
        <pc:cxnChg chg="add mod">
          <ac:chgData name="tara k" userId="49bbbc7aec4302f1" providerId="LiveId" clId="{19D83CF8-C530-4AE8-A830-B3F2F1C02079}" dt="2026-05-04T01:03:23.528" v="1209" actId="1076"/>
          <ac:cxnSpMkLst>
            <pc:docMk/>
            <pc:sldMk cId="869119758" sldId="257"/>
            <ac:cxnSpMk id="56" creationId="{DBF5187D-E2DA-F61C-B399-06D23ED26B63}"/>
          </ac:cxnSpMkLst>
        </pc:cxnChg>
        <pc:cxnChg chg="add mod">
          <ac:chgData name="tara k" userId="49bbbc7aec4302f1" providerId="LiveId" clId="{19D83CF8-C530-4AE8-A830-B3F2F1C02079}" dt="2026-05-04T01:03:12.817" v="1206" actId="208"/>
          <ac:cxnSpMkLst>
            <pc:docMk/>
            <pc:sldMk cId="869119758" sldId="257"/>
            <ac:cxnSpMk id="62" creationId="{086BCCDB-34DE-40F5-96AA-8D0712A33CAC}"/>
          </ac:cxnSpMkLst>
        </pc:cxnChg>
      </pc:sldChg>
      <pc:sldChg chg="addSp delSp modSp new del mod setBg">
        <pc:chgData name="tara k" userId="49bbbc7aec4302f1" providerId="LiveId" clId="{19D83CF8-C530-4AE8-A830-B3F2F1C02079}" dt="2026-05-04T00:39:30.410" v="188" actId="47"/>
        <pc:sldMkLst>
          <pc:docMk/>
          <pc:sldMk cId="3204563739" sldId="257"/>
        </pc:sldMkLst>
        <pc:spChg chg="add mod">
          <ac:chgData name="tara k" userId="49bbbc7aec4302f1" providerId="LiveId" clId="{19D83CF8-C530-4AE8-A830-B3F2F1C02079}" dt="2026-05-04T00:39:13.713" v="183" actId="20577"/>
          <ac:spMkLst>
            <pc:docMk/>
            <pc:sldMk cId="3204563739" sldId="257"/>
            <ac:spMk id="2" creationId="{5A27BE6C-A34E-6B59-205C-F4B53ECE735E}"/>
          </ac:spMkLst>
        </pc:spChg>
        <pc:spChg chg="del">
          <ac:chgData name="tara k" userId="49bbbc7aec4302f1" providerId="LiveId" clId="{19D83CF8-C530-4AE8-A830-B3F2F1C02079}" dt="2026-05-04T00:38:42.309" v="131" actId="26606"/>
          <ac:spMkLst>
            <pc:docMk/>
            <pc:sldMk cId="3204563739" sldId="257"/>
            <ac:spMk id="3" creationId="{3C3C68D5-0490-24C6-FE21-C867D3E3FC5B}"/>
          </ac:spMkLst>
        </pc:spChg>
        <pc:spChg chg="del mod replId">
          <ac:chgData name="tara k" userId="49bbbc7aec4302f1" providerId="LiveId" clId="{19D83CF8-C530-4AE8-A830-B3F2F1C02079}" dt="2026-05-04T00:38:42.309" v="131" actId="26606"/>
          <ac:spMkLst>
            <pc:docMk/>
            <pc:sldMk cId="3204563739" sldId="257"/>
            <ac:spMk id="5" creationId="{05EBAD12-BB44-DF53-287B-49B402DF18E6}"/>
          </ac:spMkLst>
        </pc:spChg>
        <pc:spChg chg="add">
          <ac:chgData name="tara k" userId="49bbbc7aec4302f1" providerId="LiveId" clId="{19D83CF8-C530-4AE8-A830-B3F2F1C02079}" dt="2026-05-04T00:38:42.309" v="131" actId="26606"/>
          <ac:spMkLst>
            <pc:docMk/>
            <pc:sldMk cId="3204563739" sldId="257"/>
            <ac:spMk id="8" creationId="{B1CCD5EF-766D-43B9-A25D-19122E5FB181}"/>
          </ac:spMkLst>
        </pc:spChg>
        <pc:spChg chg="add">
          <ac:chgData name="tara k" userId="49bbbc7aec4302f1" providerId="LiveId" clId="{19D83CF8-C530-4AE8-A830-B3F2F1C02079}" dt="2026-05-04T00:38:42.309" v="131" actId="26606"/>
          <ac:spMkLst>
            <pc:docMk/>
            <pc:sldMk cId="3204563739" sldId="257"/>
            <ac:spMk id="10" creationId="{FD9699C9-77F1-4E33-A750-CB78C7EA29E6}"/>
          </ac:spMkLst>
        </pc:spChg>
        <pc:graphicFrameChg chg="add mod">
          <ac:chgData name="tara k" userId="49bbbc7aec4302f1" providerId="LiveId" clId="{19D83CF8-C530-4AE8-A830-B3F2F1C02079}" dt="2026-05-04T00:38:47.291" v="133"/>
          <ac:graphicFrameMkLst>
            <pc:docMk/>
            <pc:sldMk cId="3204563739" sldId="257"/>
            <ac:graphicFrameMk id="11" creationId="{9FC1B2A5-7B4F-70F2-8347-4EF9AB14E561}"/>
          </ac:graphicFrameMkLst>
        </pc:graphicFrameChg>
      </pc:sldChg>
      <pc:sldChg chg="modSp add del mod">
        <pc:chgData name="tara k" userId="49bbbc7aec4302f1" providerId="LiveId" clId="{19D83CF8-C530-4AE8-A830-B3F2F1C02079}" dt="2026-05-04T00:40:22.713" v="239" actId="47"/>
        <pc:sldMkLst>
          <pc:docMk/>
          <pc:sldMk cId="1006276561" sldId="258"/>
        </pc:sldMkLst>
        <pc:spChg chg="mod">
          <ac:chgData name="tara k" userId="49bbbc7aec4302f1" providerId="LiveId" clId="{19D83CF8-C530-4AE8-A830-B3F2F1C02079}" dt="2026-05-04T00:39:48.880" v="209" actId="5793"/>
          <ac:spMkLst>
            <pc:docMk/>
            <pc:sldMk cId="1006276561" sldId="258"/>
            <ac:spMk id="2" creationId="{7C2A8652-56AF-E12E-ACE0-9B4ABD2868EF}"/>
          </ac:spMkLst>
        </pc:spChg>
      </pc:sldChg>
      <pc:sldChg chg="addSp delSp add del setBg delDesignElem">
        <pc:chgData name="tara k" userId="49bbbc7aec4302f1" providerId="LiveId" clId="{19D83CF8-C530-4AE8-A830-B3F2F1C02079}" dt="2026-05-04T00:38:58.889" v="154"/>
        <pc:sldMkLst>
          <pc:docMk/>
          <pc:sldMk cId="1377182616" sldId="258"/>
        </pc:sldMkLst>
        <pc:spChg chg="add del">
          <ac:chgData name="tara k" userId="49bbbc7aec4302f1" providerId="LiveId" clId="{19D83CF8-C530-4AE8-A830-B3F2F1C02079}" dt="2026-05-04T00:38:58.889" v="154"/>
          <ac:spMkLst>
            <pc:docMk/>
            <pc:sldMk cId="1377182616" sldId="258"/>
            <ac:spMk id="8" creationId="{ECD3E506-200F-8D85-9513-2190E9389C6D}"/>
          </ac:spMkLst>
        </pc:spChg>
        <pc:spChg chg="add del">
          <ac:chgData name="tara k" userId="49bbbc7aec4302f1" providerId="LiveId" clId="{19D83CF8-C530-4AE8-A830-B3F2F1C02079}" dt="2026-05-04T00:38:58.889" v="154"/>
          <ac:spMkLst>
            <pc:docMk/>
            <pc:sldMk cId="1377182616" sldId="258"/>
            <ac:spMk id="10" creationId="{8F1F8AC3-D7E9-30A0-F623-9CF40E3B1A75}"/>
          </ac:spMkLst>
        </pc:spChg>
      </pc:sldChg>
      <pc:sldChg chg="modSp add del mod">
        <pc:chgData name="tara k" userId="49bbbc7aec4302f1" providerId="LiveId" clId="{19D83CF8-C530-4AE8-A830-B3F2F1C02079}" dt="2026-05-04T00:39:31.136" v="189" actId="47"/>
        <pc:sldMkLst>
          <pc:docMk/>
          <pc:sldMk cId="2623197108" sldId="258"/>
        </pc:sldMkLst>
        <pc:spChg chg="mod">
          <ac:chgData name="tara k" userId="49bbbc7aec4302f1" providerId="LiveId" clId="{19D83CF8-C530-4AE8-A830-B3F2F1C02079}" dt="2026-05-04T00:39:18.293" v="187" actId="20577"/>
          <ac:spMkLst>
            <pc:docMk/>
            <pc:sldMk cId="2623197108" sldId="258"/>
            <ac:spMk id="2" creationId="{7DCC05F5-54A5-8EA2-6BF1-2C5AEF1285B1}"/>
          </ac:spMkLst>
        </pc:spChg>
      </pc:sldChg>
      <pc:sldChg chg="addSp delSp modSp add mod modTransition">
        <pc:chgData name="tara k" userId="49bbbc7aec4302f1" providerId="LiveId" clId="{19D83CF8-C530-4AE8-A830-B3F2F1C02079}" dt="2026-05-04T02:11:30.881" v="4574"/>
        <pc:sldMkLst>
          <pc:docMk/>
          <pc:sldMk cId="399823524" sldId="259"/>
        </pc:sldMkLst>
        <pc:spChg chg="mod">
          <ac:chgData name="tara k" userId="49bbbc7aec4302f1" providerId="LiveId" clId="{19D83CF8-C530-4AE8-A830-B3F2F1C02079}" dt="2026-05-04T01:06:41.695" v="1380" actId="1038"/>
          <ac:spMkLst>
            <pc:docMk/>
            <pc:sldMk cId="399823524" sldId="259"/>
            <ac:spMk id="2" creationId="{4BCB0F98-257A-BF97-92BA-D6494B3D906B}"/>
          </ac:spMkLst>
        </pc:spChg>
        <pc:spChg chg="add del mod">
          <ac:chgData name="tara k" userId="49bbbc7aec4302f1" providerId="LiveId" clId="{19D83CF8-C530-4AE8-A830-B3F2F1C02079}" dt="2026-05-04T01:08:10.324" v="1680" actId="113"/>
          <ac:spMkLst>
            <pc:docMk/>
            <pc:sldMk cId="399823524" sldId="259"/>
            <ac:spMk id="3" creationId="{D944AF96-065B-C1E4-73E3-7ACF64E6FBDC}"/>
          </ac:spMkLst>
        </pc:spChg>
        <pc:spChg chg="add mod">
          <ac:chgData name="tara k" userId="49bbbc7aec4302f1" providerId="LiveId" clId="{19D83CF8-C530-4AE8-A830-B3F2F1C02079}" dt="2026-05-04T01:09:04.893" v="1732" actId="1076"/>
          <ac:spMkLst>
            <pc:docMk/>
            <pc:sldMk cId="399823524" sldId="259"/>
            <ac:spMk id="14" creationId="{40FC92B8-CC3A-D04B-2638-AA2389948B1B}"/>
          </ac:spMkLst>
        </pc:spChg>
        <pc:spChg chg="add mod">
          <ac:chgData name="tara k" userId="49bbbc7aec4302f1" providerId="LiveId" clId="{19D83CF8-C530-4AE8-A830-B3F2F1C02079}" dt="2026-05-04T01:27:56.564" v="2405" actId="208"/>
          <ac:spMkLst>
            <pc:docMk/>
            <pc:sldMk cId="399823524" sldId="259"/>
            <ac:spMk id="15" creationId="{D2ACDEDF-EC3F-AA2C-985D-59E74140B379}"/>
          </ac:spMkLst>
        </pc:spChg>
        <pc:picChg chg="add del mod">
          <ac:chgData name="tara k" userId="49bbbc7aec4302f1" providerId="LiveId" clId="{19D83CF8-C530-4AE8-A830-B3F2F1C02079}" dt="2026-05-04T00:41:32.543" v="250" actId="21"/>
          <ac:picMkLst>
            <pc:docMk/>
            <pc:sldMk cId="399823524" sldId="259"/>
            <ac:picMk id="5" creationId="{9F27E0D5-3EC3-5372-E0D4-198AD662E1C9}"/>
          </ac:picMkLst>
        </pc:picChg>
        <pc:picChg chg="add del mod">
          <ac:chgData name="tara k" userId="49bbbc7aec4302f1" providerId="LiveId" clId="{19D83CF8-C530-4AE8-A830-B3F2F1C02079}" dt="2026-05-04T01:04:31.517" v="1217" actId="22"/>
          <ac:picMkLst>
            <pc:docMk/>
            <pc:sldMk cId="399823524" sldId="259"/>
            <ac:picMk id="7" creationId="{D4CEB810-4609-3853-C260-30F202FFFDCD}"/>
          </ac:picMkLst>
        </pc:picChg>
        <pc:picChg chg="add mod ord">
          <ac:chgData name="tara k" userId="49bbbc7aec4302f1" providerId="LiveId" clId="{19D83CF8-C530-4AE8-A830-B3F2F1C02079}" dt="2026-05-04T02:10:22.725" v="4566" actId="1582"/>
          <ac:picMkLst>
            <pc:docMk/>
            <pc:sldMk cId="399823524" sldId="259"/>
            <ac:picMk id="9" creationId="{B924A7FB-7EFB-2C7D-1368-34D203BD1DCB}"/>
          </ac:picMkLst>
        </pc:picChg>
        <pc:picChg chg="add mod">
          <ac:chgData name="tara k" userId="49bbbc7aec4302f1" providerId="LiveId" clId="{19D83CF8-C530-4AE8-A830-B3F2F1C02079}" dt="2026-05-04T02:10:28.833" v="4569" actId="1582"/>
          <ac:picMkLst>
            <pc:docMk/>
            <pc:sldMk cId="399823524" sldId="259"/>
            <ac:picMk id="11" creationId="{294CBA0A-8426-2899-C1ED-FABBDEEC8C5C}"/>
          </ac:picMkLst>
        </pc:picChg>
        <pc:picChg chg="add mod">
          <ac:chgData name="tara k" userId="49bbbc7aec4302f1" providerId="LiveId" clId="{19D83CF8-C530-4AE8-A830-B3F2F1C02079}" dt="2026-05-04T01:08:30.680" v="1684" actId="1076"/>
          <ac:picMkLst>
            <pc:docMk/>
            <pc:sldMk cId="399823524" sldId="259"/>
            <ac:picMk id="13" creationId="{159AD49D-C09D-9B82-9F94-E20B1DFA8533}"/>
          </ac:picMkLst>
        </pc:picChg>
      </pc:sldChg>
      <pc:sldChg chg="addSp delSp add del setBg delDesignElem">
        <pc:chgData name="tara k" userId="49bbbc7aec4302f1" providerId="LiveId" clId="{19D83CF8-C530-4AE8-A830-B3F2F1C02079}" dt="2026-05-04T00:38:58.651" v="153"/>
        <pc:sldMkLst>
          <pc:docMk/>
          <pc:sldMk cId="3476223180" sldId="259"/>
        </pc:sldMkLst>
        <pc:spChg chg="add del">
          <ac:chgData name="tara k" userId="49bbbc7aec4302f1" providerId="LiveId" clId="{19D83CF8-C530-4AE8-A830-B3F2F1C02079}" dt="2026-05-04T00:38:58.651" v="153"/>
          <ac:spMkLst>
            <pc:docMk/>
            <pc:sldMk cId="3476223180" sldId="259"/>
            <ac:spMk id="8" creationId="{45BDC8F1-C689-B409-4D0C-2C0D11E6E603}"/>
          </ac:spMkLst>
        </pc:spChg>
        <pc:spChg chg="add del">
          <ac:chgData name="tara k" userId="49bbbc7aec4302f1" providerId="LiveId" clId="{19D83CF8-C530-4AE8-A830-B3F2F1C02079}" dt="2026-05-04T00:38:58.651" v="153"/>
          <ac:spMkLst>
            <pc:docMk/>
            <pc:sldMk cId="3476223180" sldId="259"/>
            <ac:spMk id="10" creationId="{882E319C-CDCE-67D5-43D5-202CAA6AFB9F}"/>
          </ac:spMkLst>
        </pc:spChg>
      </pc:sldChg>
      <pc:sldChg chg="addSp delSp modSp add mod modTransition">
        <pc:chgData name="tara k" userId="49bbbc7aec4302f1" providerId="LiveId" clId="{19D83CF8-C530-4AE8-A830-B3F2F1C02079}" dt="2026-05-04T02:11:30.881" v="4574"/>
        <pc:sldMkLst>
          <pc:docMk/>
          <pc:sldMk cId="2678005390" sldId="260"/>
        </pc:sldMkLst>
        <pc:spChg chg="mod">
          <ac:chgData name="tara k" userId="49bbbc7aec4302f1" providerId="LiveId" clId="{19D83CF8-C530-4AE8-A830-B3F2F1C02079}" dt="2026-05-04T01:10:05.831" v="1755" actId="20577"/>
          <ac:spMkLst>
            <pc:docMk/>
            <pc:sldMk cId="2678005390" sldId="260"/>
            <ac:spMk id="2" creationId="{5E9FA05E-F1EC-CD82-086F-16715E1F5D58}"/>
          </ac:spMkLst>
        </pc:spChg>
        <pc:spChg chg="mod">
          <ac:chgData name="tara k" userId="49bbbc7aec4302f1" providerId="LiveId" clId="{19D83CF8-C530-4AE8-A830-B3F2F1C02079}" dt="2026-05-04T01:38:44.170" v="2837" actId="113"/>
          <ac:spMkLst>
            <pc:docMk/>
            <pc:sldMk cId="2678005390" sldId="260"/>
            <ac:spMk id="3" creationId="{AF087B89-C5EB-1589-680D-91B3E902C549}"/>
          </ac:spMkLst>
        </pc:spChg>
        <pc:spChg chg="add mod">
          <ac:chgData name="tara k" userId="49bbbc7aec4302f1" providerId="LiveId" clId="{19D83CF8-C530-4AE8-A830-B3F2F1C02079}" dt="2026-05-04T01:32:35.851" v="2593" actId="1076"/>
          <ac:spMkLst>
            <pc:docMk/>
            <pc:sldMk cId="2678005390" sldId="260"/>
            <ac:spMk id="6" creationId="{41AC5456-6F04-B3BC-709F-7B7D1C9CB9E2}"/>
          </ac:spMkLst>
        </pc:spChg>
        <pc:spChg chg="add mod">
          <ac:chgData name="tara k" userId="49bbbc7aec4302f1" providerId="LiveId" clId="{19D83CF8-C530-4AE8-A830-B3F2F1C02079}" dt="2026-05-04T01:23:30.304" v="2362" actId="12789"/>
          <ac:spMkLst>
            <pc:docMk/>
            <pc:sldMk cId="2678005390" sldId="260"/>
            <ac:spMk id="7" creationId="{57D8B350-2F88-3412-D31C-75930303AE94}"/>
          </ac:spMkLst>
        </pc:spChg>
        <pc:spChg chg="add mod">
          <ac:chgData name="tara k" userId="49bbbc7aec4302f1" providerId="LiveId" clId="{19D83CF8-C530-4AE8-A830-B3F2F1C02079}" dt="2026-05-04T01:23:30.304" v="2362" actId="12789"/>
          <ac:spMkLst>
            <pc:docMk/>
            <pc:sldMk cId="2678005390" sldId="260"/>
            <ac:spMk id="8" creationId="{86B4D25F-D05F-2AF8-635A-C26BBC8833F1}"/>
          </ac:spMkLst>
        </pc:spChg>
        <pc:spChg chg="del">
          <ac:chgData name="tara k" userId="49bbbc7aec4302f1" providerId="LiveId" clId="{19D83CF8-C530-4AE8-A830-B3F2F1C02079}" dt="2026-05-04T01:10:10.659" v="1758" actId="478"/>
          <ac:spMkLst>
            <pc:docMk/>
            <pc:sldMk cId="2678005390" sldId="260"/>
            <ac:spMk id="14" creationId="{767E4FBE-3378-DDCC-8347-A015D2171A5B}"/>
          </ac:spMkLst>
        </pc:spChg>
        <pc:spChg chg="del">
          <ac:chgData name="tara k" userId="49bbbc7aec4302f1" providerId="LiveId" clId="{19D83CF8-C530-4AE8-A830-B3F2F1C02079}" dt="2026-05-04T01:10:11.449" v="1759" actId="478"/>
          <ac:spMkLst>
            <pc:docMk/>
            <pc:sldMk cId="2678005390" sldId="260"/>
            <ac:spMk id="15" creationId="{4957C60C-D3A9-B6C8-B757-CC8758178ECF}"/>
          </ac:spMkLst>
        </pc:spChg>
        <pc:spChg chg="add mod">
          <ac:chgData name="tara k" userId="49bbbc7aec4302f1" providerId="LiveId" clId="{19D83CF8-C530-4AE8-A830-B3F2F1C02079}" dt="2026-05-04T01:23:30.304" v="2362" actId="12789"/>
          <ac:spMkLst>
            <pc:docMk/>
            <pc:sldMk cId="2678005390" sldId="260"/>
            <ac:spMk id="16" creationId="{E1795EA1-CB3E-7B1C-A2E1-6C2E230C9861}"/>
          </ac:spMkLst>
        </pc:spChg>
        <pc:spChg chg="add del">
          <ac:chgData name="tara k" userId="49bbbc7aec4302f1" providerId="LiveId" clId="{19D83CF8-C530-4AE8-A830-B3F2F1C02079}" dt="2026-05-04T01:25:41.820" v="2376" actId="478"/>
          <ac:spMkLst>
            <pc:docMk/>
            <pc:sldMk cId="2678005390" sldId="260"/>
            <ac:spMk id="29" creationId="{9EA345E7-AC2E-87A3-1BA1-0E8B1AD00242}"/>
          </ac:spMkLst>
        </pc:spChg>
        <pc:spChg chg="add mod">
          <ac:chgData name="tara k" userId="49bbbc7aec4302f1" providerId="LiveId" clId="{19D83CF8-C530-4AE8-A830-B3F2F1C02079}" dt="2026-05-04T01:38:56.221" v="2858" actId="1038"/>
          <ac:spMkLst>
            <pc:docMk/>
            <pc:sldMk cId="2678005390" sldId="260"/>
            <ac:spMk id="78" creationId="{B0A5C60A-AB82-B024-8BF6-A6103D7F57EC}"/>
          </ac:spMkLst>
        </pc:spChg>
        <pc:picChg chg="add mod">
          <ac:chgData name="tara k" userId="49bbbc7aec4302f1" providerId="LiveId" clId="{19D83CF8-C530-4AE8-A830-B3F2F1C02079}" dt="2026-05-04T01:16:39.049" v="2299" actId="14100"/>
          <ac:picMkLst>
            <pc:docMk/>
            <pc:sldMk cId="2678005390" sldId="260"/>
            <ac:picMk id="5" creationId="{FE244745-FB01-8FB6-E277-4E28ACA72685}"/>
          </ac:picMkLst>
        </pc:picChg>
        <pc:picChg chg="del">
          <ac:chgData name="tara k" userId="49bbbc7aec4302f1" providerId="LiveId" clId="{19D83CF8-C530-4AE8-A830-B3F2F1C02079}" dt="2026-05-04T01:10:07.748" v="1756" actId="478"/>
          <ac:picMkLst>
            <pc:docMk/>
            <pc:sldMk cId="2678005390" sldId="260"/>
            <ac:picMk id="9" creationId="{A5C67F55-0CE3-D6CB-57E7-A8B43B44F07E}"/>
          </ac:picMkLst>
        </pc:picChg>
        <pc:picChg chg="del">
          <ac:chgData name="tara k" userId="49bbbc7aec4302f1" providerId="LiveId" clId="{19D83CF8-C530-4AE8-A830-B3F2F1C02079}" dt="2026-05-04T01:10:08.268" v="1757" actId="478"/>
          <ac:picMkLst>
            <pc:docMk/>
            <pc:sldMk cId="2678005390" sldId="260"/>
            <ac:picMk id="11" creationId="{C740FDCA-292E-015C-2609-99C227E07202}"/>
          </ac:picMkLst>
        </pc:picChg>
        <pc:picChg chg="add mod">
          <ac:chgData name="tara k" userId="49bbbc7aec4302f1" providerId="LiveId" clId="{19D83CF8-C530-4AE8-A830-B3F2F1C02079}" dt="2026-05-04T01:12:14.410" v="1787" actId="14100"/>
          <ac:picMkLst>
            <pc:docMk/>
            <pc:sldMk cId="2678005390" sldId="260"/>
            <ac:picMk id="12" creationId="{0AA71DCF-5F99-5DBE-2ED0-CDF708D0DBEC}"/>
          </ac:picMkLst>
        </pc:picChg>
        <pc:picChg chg="del">
          <ac:chgData name="tara k" userId="49bbbc7aec4302f1" providerId="LiveId" clId="{19D83CF8-C530-4AE8-A830-B3F2F1C02079}" dt="2026-05-04T01:10:11.749" v="1760" actId="478"/>
          <ac:picMkLst>
            <pc:docMk/>
            <pc:sldMk cId="2678005390" sldId="260"/>
            <ac:picMk id="13" creationId="{DB5385AB-D60B-71F7-E4E1-25E948B3DF92}"/>
          </ac:picMkLst>
        </pc:picChg>
        <pc:picChg chg="add mod modCrop">
          <ac:chgData name="tara k" userId="49bbbc7aec4302f1" providerId="LiveId" clId="{19D83CF8-C530-4AE8-A830-B3F2F1C02079}" dt="2026-05-04T01:38:56.221" v="2858" actId="1038"/>
          <ac:picMkLst>
            <pc:docMk/>
            <pc:sldMk cId="2678005390" sldId="260"/>
            <ac:picMk id="77" creationId="{A8E1554F-C577-74B5-62EA-038CF719DD67}"/>
          </ac:picMkLst>
        </pc:picChg>
        <pc:cxnChg chg="add mod">
          <ac:chgData name="tara k" userId="49bbbc7aec4302f1" providerId="LiveId" clId="{19D83CF8-C530-4AE8-A830-B3F2F1C02079}" dt="2026-05-04T01:32:41.061" v="2594" actId="14100"/>
          <ac:cxnSpMkLst>
            <pc:docMk/>
            <pc:sldMk cId="2678005390" sldId="260"/>
            <ac:cxnSpMk id="18" creationId="{50548909-9830-7E5B-5F3B-9D7647592782}"/>
          </ac:cxnSpMkLst>
        </pc:cxnChg>
        <pc:cxnChg chg="add mod">
          <ac:chgData name="tara k" userId="49bbbc7aec4302f1" providerId="LiveId" clId="{19D83CF8-C530-4AE8-A830-B3F2F1C02079}" dt="2026-05-04T01:27:52.928" v="2404" actId="208"/>
          <ac:cxnSpMkLst>
            <pc:docMk/>
            <pc:sldMk cId="2678005390" sldId="260"/>
            <ac:cxnSpMk id="22" creationId="{EDAB49C9-8F85-BE3E-EBCB-927BDCCCA85E}"/>
          </ac:cxnSpMkLst>
        </pc:cxnChg>
        <pc:cxnChg chg="add del mod">
          <ac:chgData name="tara k" userId="49bbbc7aec4302f1" providerId="LiveId" clId="{19D83CF8-C530-4AE8-A830-B3F2F1C02079}" dt="2026-05-04T01:25:23.681" v="2374" actId="478"/>
          <ac:cxnSpMkLst>
            <pc:docMk/>
            <pc:sldMk cId="2678005390" sldId="260"/>
            <ac:cxnSpMk id="25" creationId="{ADEBA663-8C16-9A14-6A37-2345DCD218ED}"/>
          </ac:cxnSpMkLst>
        </pc:cxnChg>
        <pc:cxnChg chg="add mod">
          <ac:chgData name="tara k" userId="49bbbc7aec4302f1" providerId="LiveId" clId="{19D83CF8-C530-4AE8-A830-B3F2F1C02079}" dt="2026-05-04T01:27:52.928" v="2404" actId="208"/>
          <ac:cxnSpMkLst>
            <pc:docMk/>
            <pc:sldMk cId="2678005390" sldId="260"/>
            <ac:cxnSpMk id="31" creationId="{1D803ABF-A098-1266-6BDD-D840C44EA6CF}"/>
          </ac:cxnSpMkLst>
        </pc:cxnChg>
        <pc:cxnChg chg="add mod">
          <ac:chgData name="tara k" userId="49bbbc7aec4302f1" providerId="LiveId" clId="{19D83CF8-C530-4AE8-A830-B3F2F1C02079}" dt="2026-05-04T01:27:52.928" v="2404" actId="208"/>
          <ac:cxnSpMkLst>
            <pc:docMk/>
            <pc:sldMk cId="2678005390" sldId="260"/>
            <ac:cxnSpMk id="38" creationId="{74BADF7B-44FF-8DBB-16ED-3D466BD2A20F}"/>
          </ac:cxnSpMkLst>
        </pc:cxnChg>
        <pc:cxnChg chg="add mod">
          <ac:chgData name="tara k" userId="49bbbc7aec4302f1" providerId="LiveId" clId="{19D83CF8-C530-4AE8-A830-B3F2F1C02079}" dt="2026-05-04T01:31:01.846" v="2434" actId="14100"/>
          <ac:cxnSpMkLst>
            <pc:docMk/>
            <pc:sldMk cId="2678005390" sldId="260"/>
            <ac:cxnSpMk id="43" creationId="{1E12B475-367B-A239-99EF-4C082C00C32D}"/>
          </ac:cxnSpMkLst>
        </pc:cxnChg>
        <pc:cxnChg chg="add del mod">
          <ac:chgData name="tara k" userId="49bbbc7aec4302f1" providerId="LiveId" clId="{19D83CF8-C530-4AE8-A830-B3F2F1C02079}" dt="2026-05-04T01:29:22.421" v="2426" actId="14100"/>
          <ac:cxnSpMkLst>
            <pc:docMk/>
            <pc:sldMk cId="2678005390" sldId="260"/>
            <ac:cxnSpMk id="54" creationId="{7E156ACB-39DE-2770-BB4F-6445AB64891C}"/>
          </ac:cxnSpMkLst>
        </pc:cxnChg>
        <pc:cxnChg chg="add mod">
          <ac:chgData name="tara k" userId="49bbbc7aec4302f1" providerId="LiveId" clId="{19D83CF8-C530-4AE8-A830-B3F2F1C02079}" dt="2026-05-04T01:29:30.282" v="2429" actId="14100"/>
          <ac:cxnSpMkLst>
            <pc:docMk/>
            <pc:sldMk cId="2678005390" sldId="260"/>
            <ac:cxnSpMk id="67" creationId="{0E17032E-46D3-912C-0411-BD44B6E8E420}"/>
          </ac:cxnSpMkLst>
        </pc:cxnChg>
      </pc:sldChg>
      <pc:sldChg chg="delSp modSp new mod modTransition">
        <pc:chgData name="tara k" userId="49bbbc7aec4302f1" providerId="LiveId" clId="{19D83CF8-C530-4AE8-A830-B3F2F1C02079}" dt="2026-05-04T02:11:30.881" v="4574"/>
        <pc:sldMkLst>
          <pc:docMk/>
          <pc:sldMk cId="1485545177" sldId="261"/>
        </pc:sldMkLst>
        <pc:spChg chg="mod">
          <ac:chgData name="tara k" userId="49bbbc7aec4302f1" providerId="LiveId" clId="{19D83CF8-C530-4AE8-A830-B3F2F1C02079}" dt="2026-05-04T01:40:28.826" v="2929" actId="14100"/>
          <ac:spMkLst>
            <pc:docMk/>
            <pc:sldMk cId="1485545177" sldId="261"/>
            <ac:spMk id="2" creationId="{E618AE30-BA15-312E-E9B5-E80C9F55F4A2}"/>
          </ac:spMkLst>
        </pc:spChg>
        <pc:spChg chg="del">
          <ac:chgData name="tara k" userId="49bbbc7aec4302f1" providerId="LiveId" clId="{19D83CF8-C530-4AE8-A830-B3F2F1C02079}" dt="2026-05-04T01:40:20.612" v="2888" actId="478"/>
          <ac:spMkLst>
            <pc:docMk/>
            <pc:sldMk cId="1485545177" sldId="261"/>
            <ac:spMk id="3" creationId="{13CFBA5A-8DDF-3A8A-65DB-6A0F12C402D1}"/>
          </ac:spMkLst>
        </pc:spChg>
      </pc:sldChg>
      <pc:sldChg chg="addSp delSp modSp add del mod ord">
        <pc:chgData name="tara k" userId="49bbbc7aec4302f1" providerId="LiveId" clId="{19D83CF8-C530-4AE8-A830-B3F2F1C02079}" dt="2026-05-04T01:52:47.781" v="3803" actId="47"/>
        <pc:sldMkLst>
          <pc:docMk/>
          <pc:sldMk cId="2473320480" sldId="262"/>
        </pc:sldMkLst>
        <pc:spChg chg="mod">
          <ac:chgData name="tara k" userId="49bbbc7aec4302f1" providerId="LiveId" clId="{19D83CF8-C530-4AE8-A830-B3F2F1C02079}" dt="2026-05-04T01:46:00.568" v="3121" actId="20577"/>
          <ac:spMkLst>
            <pc:docMk/>
            <pc:sldMk cId="2473320480" sldId="262"/>
            <ac:spMk id="2" creationId="{848EC46B-9E4E-EC6F-C9B4-F3DA8292D664}"/>
          </ac:spMkLst>
        </pc:spChg>
        <pc:spChg chg="mod">
          <ac:chgData name="tara k" userId="49bbbc7aec4302f1" providerId="LiveId" clId="{19D83CF8-C530-4AE8-A830-B3F2F1C02079}" dt="2026-05-04T01:40:16.069" v="2887" actId="20577"/>
          <ac:spMkLst>
            <pc:docMk/>
            <pc:sldMk cId="2473320480" sldId="262"/>
            <ac:spMk id="3" creationId="{DF3DDC50-000E-E081-BDB4-BBA2A8E72A91}"/>
          </ac:spMkLst>
        </pc:spChg>
        <pc:spChg chg="del">
          <ac:chgData name="tara k" userId="49bbbc7aec4302f1" providerId="LiveId" clId="{19D83CF8-C530-4AE8-A830-B3F2F1C02079}" dt="2026-05-04T01:40:13.586" v="2883" actId="478"/>
          <ac:spMkLst>
            <pc:docMk/>
            <pc:sldMk cId="2473320480" sldId="262"/>
            <ac:spMk id="6" creationId="{9FAA6ABE-6E58-E006-91E3-1AFC63780718}"/>
          </ac:spMkLst>
        </pc:spChg>
        <pc:spChg chg="del">
          <ac:chgData name="tara k" userId="49bbbc7aec4302f1" providerId="LiveId" clId="{19D83CF8-C530-4AE8-A830-B3F2F1C02079}" dt="2026-05-04T01:40:06.597" v="2875" actId="478"/>
          <ac:spMkLst>
            <pc:docMk/>
            <pc:sldMk cId="2473320480" sldId="262"/>
            <ac:spMk id="7" creationId="{3704B8D2-DB3E-DC62-9E79-615AC78C16FF}"/>
          </ac:spMkLst>
        </pc:spChg>
        <pc:spChg chg="del">
          <ac:chgData name="tara k" userId="49bbbc7aec4302f1" providerId="LiveId" clId="{19D83CF8-C530-4AE8-A830-B3F2F1C02079}" dt="2026-05-04T01:40:06.597" v="2875" actId="478"/>
          <ac:spMkLst>
            <pc:docMk/>
            <pc:sldMk cId="2473320480" sldId="262"/>
            <ac:spMk id="8" creationId="{27987285-40FD-F59A-467F-FE402CD294C4}"/>
          </ac:spMkLst>
        </pc:spChg>
        <pc:spChg chg="del">
          <ac:chgData name="tara k" userId="49bbbc7aec4302f1" providerId="LiveId" clId="{19D83CF8-C530-4AE8-A830-B3F2F1C02079}" dt="2026-05-04T01:40:06.597" v="2875" actId="478"/>
          <ac:spMkLst>
            <pc:docMk/>
            <pc:sldMk cId="2473320480" sldId="262"/>
            <ac:spMk id="16" creationId="{01475005-935D-B8D7-BA95-FC76B387C068}"/>
          </ac:spMkLst>
        </pc:spChg>
        <pc:spChg chg="del">
          <ac:chgData name="tara k" userId="49bbbc7aec4302f1" providerId="LiveId" clId="{19D83CF8-C530-4AE8-A830-B3F2F1C02079}" dt="2026-05-04T01:40:12.165" v="2881" actId="478"/>
          <ac:spMkLst>
            <pc:docMk/>
            <pc:sldMk cId="2473320480" sldId="262"/>
            <ac:spMk id="78" creationId="{20ABF26F-4CB6-7F8C-CF72-2CEE943B578D}"/>
          </ac:spMkLst>
        </pc:spChg>
        <pc:graphicFrameChg chg="add mod modGraphic">
          <ac:chgData name="tara k" userId="49bbbc7aec4302f1" providerId="LiveId" clId="{19D83CF8-C530-4AE8-A830-B3F2F1C02079}" dt="2026-05-04T01:45:56.972" v="3108" actId="1076"/>
          <ac:graphicFrameMkLst>
            <pc:docMk/>
            <pc:sldMk cId="2473320480" sldId="262"/>
            <ac:graphicFrameMk id="4" creationId="{39BF4EF6-6C1A-56DC-813B-43FE3E1F5A47}"/>
          </ac:graphicFrameMkLst>
        </pc:graphicFrameChg>
        <pc:picChg chg="del">
          <ac:chgData name="tara k" userId="49bbbc7aec4302f1" providerId="LiveId" clId="{19D83CF8-C530-4AE8-A830-B3F2F1C02079}" dt="2026-05-04T01:40:08.839" v="2876" actId="478"/>
          <ac:picMkLst>
            <pc:docMk/>
            <pc:sldMk cId="2473320480" sldId="262"/>
            <ac:picMk id="5" creationId="{C883AAB5-FE4B-AF71-AB3C-16A8A7AA8780}"/>
          </ac:picMkLst>
        </pc:picChg>
        <pc:picChg chg="del">
          <ac:chgData name="tara k" userId="49bbbc7aec4302f1" providerId="LiveId" clId="{19D83CF8-C530-4AE8-A830-B3F2F1C02079}" dt="2026-05-04T01:40:09.967" v="2878" actId="478"/>
          <ac:picMkLst>
            <pc:docMk/>
            <pc:sldMk cId="2473320480" sldId="262"/>
            <ac:picMk id="12" creationId="{538D9C9B-D7BB-297A-178C-E392F80CCB87}"/>
          </ac:picMkLst>
        </pc:picChg>
        <pc:picChg chg="del">
          <ac:chgData name="tara k" userId="49bbbc7aec4302f1" providerId="LiveId" clId="{19D83CF8-C530-4AE8-A830-B3F2F1C02079}" dt="2026-05-04T01:40:11.432" v="2880" actId="478"/>
          <ac:picMkLst>
            <pc:docMk/>
            <pc:sldMk cId="2473320480" sldId="262"/>
            <ac:picMk id="77" creationId="{4239E8CD-5C82-4ACF-2714-F8B234DB659A}"/>
          </ac:picMkLst>
        </pc:picChg>
        <pc:cxnChg chg="del mod">
          <ac:chgData name="tara k" userId="49bbbc7aec4302f1" providerId="LiveId" clId="{19D83CF8-C530-4AE8-A830-B3F2F1C02079}" dt="2026-05-04T01:40:12.949" v="2882" actId="478"/>
          <ac:cxnSpMkLst>
            <pc:docMk/>
            <pc:sldMk cId="2473320480" sldId="262"/>
            <ac:cxnSpMk id="18" creationId="{74ACD8F3-BF80-46AE-8D6D-B0EB58F1425C}"/>
          </ac:cxnSpMkLst>
        </pc:cxnChg>
        <pc:cxnChg chg="del">
          <ac:chgData name="tara k" userId="49bbbc7aec4302f1" providerId="LiveId" clId="{19D83CF8-C530-4AE8-A830-B3F2F1C02079}" dt="2026-05-04T01:40:06.597" v="2875" actId="478"/>
          <ac:cxnSpMkLst>
            <pc:docMk/>
            <pc:sldMk cId="2473320480" sldId="262"/>
            <ac:cxnSpMk id="22" creationId="{68AE04FE-5616-71F1-C2C1-D21A3411D2FC}"/>
          </ac:cxnSpMkLst>
        </pc:cxnChg>
        <pc:cxnChg chg="del">
          <ac:chgData name="tara k" userId="49bbbc7aec4302f1" providerId="LiveId" clId="{19D83CF8-C530-4AE8-A830-B3F2F1C02079}" dt="2026-05-04T01:40:06.597" v="2875" actId="478"/>
          <ac:cxnSpMkLst>
            <pc:docMk/>
            <pc:sldMk cId="2473320480" sldId="262"/>
            <ac:cxnSpMk id="31" creationId="{840E6CA1-C331-D4D7-7E1F-132BCFF5B5F3}"/>
          </ac:cxnSpMkLst>
        </pc:cxnChg>
        <pc:cxnChg chg="del mod">
          <ac:chgData name="tara k" userId="49bbbc7aec4302f1" providerId="LiveId" clId="{19D83CF8-C530-4AE8-A830-B3F2F1C02079}" dt="2026-05-04T01:40:06.597" v="2875" actId="478"/>
          <ac:cxnSpMkLst>
            <pc:docMk/>
            <pc:sldMk cId="2473320480" sldId="262"/>
            <ac:cxnSpMk id="38" creationId="{F97A203B-99D1-A7B3-735A-1595D7E33179}"/>
          </ac:cxnSpMkLst>
        </pc:cxnChg>
        <pc:cxnChg chg="del">
          <ac:chgData name="tara k" userId="49bbbc7aec4302f1" providerId="LiveId" clId="{19D83CF8-C530-4AE8-A830-B3F2F1C02079}" dt="2026-05-04T01:40:10.802" v="2879" actId="478"/>
          <ac:cxnSpMkLst>
            <pc:docMk/>
            <pc:sldMk cId="2473320480" sldId="262"/>
            <ac:cxnSpMk id="43" creationId="{31FE7DBD-30A1-014E-B675-A7C30AFDFDD6}"/>
          </ac:cxnSpMkLst>
        </pc:cxnChg>
        <pc:cxnChg chg="del">
          <ac:chgData name="tara k" userId="49bbbc7aec4302f1" providerId="LiveId" clId="{19D83CF8-C530-4AE8-A830-B3F2F1C02079}" dt="2026-05-04T01:40:09.454" v="2877" actId="478"/>
          <ac:cxnSpMkLst>
            <pc:docMk/>
            <pc:sldMk cId="2473320480" sldId="262"/>
            <ac:cxnSpMk id="54" creationId="{78BB980B-690D-698D-91BE-78D5D3658E3B}"/>
          </ac:cxnSpMkLst>
        </pc:cxnChg>
        <pc:cxnChg chg="del mod">
          <ac:chgData name="tara k" userId="49bbbc7aec4302f1" providerId="LiveId" clId="{19D83CF8-C530-4AE8-A830-B3F2F1C02079}" dt="2026-05-04T01:40:06.597" v="2875" actId="478"/>
          <ac:cxnSpMkLst>
            <pc:docMk/>
            <pc:sldMk cId="2473320480" sldId="262"/>
            <ac:cxnSpMk id="67" creationId="{5226C7A7-97A5-83E4-623E-B408E4D8450D}"/>
          </ac:cxnSpMkLst>
        </pc:cxnChg>
      </pc:sldChg>
      <pc:sldChg chg="addSp delSp modSp add mod ord modTransition">
        <pc:chgData name="tara k" userId="49bbbc7aec4302f1" providerId="LiveId" clId="{19D83CF8-C530-4AE8-A830-B3F2F1C02079}" dt="2026-05-04T02:11:30.881" v="4574"/>
        <pc:sldMkLst>
          <pc:docMk/>
          <pc:sldMk cId="1424617277" sldId="263"/>
        </pc:sldMkLst>
        <pc:spChg chg="mod">
          <ac:chgData name="tara k" userId="49bbbc7aec4302f1" providerId="LiveId" clId="{19D83CF8-C530-4AE8-A830-B3F2F1C02079}" dt="2026-05-04T01:46:12.114" v="3133" actId="20577"/>
          <ac:spMkLst>
            <pc:docMk/>
            <pc:sldMk cId="1424617277" sldId="263"/>
            <ac:spMk id="2" creationId="{22B2C599-2562-C100-916E-C8BCEBC7D7CE}"/>
          </ac:spMkLst>
        </pc:spChg>
        <pc:spChg chg="mod">
          <ac:chgData name="tara k" userId="49bbbc7aec4302f1" providerId="LiveId" clId="{19D83CF8-C530-4AE8-A830-B3F2F1C02079}" dt="2026-05-04T01:52:16.788" v="3799" actId="20577"/>
          <ac:spMkLst>
            <pc:docMk/>
            <pc:sldMk cId="1424617277" sldId="263"/>
            <ac:spMk id="3" creationId="{943F6EA7-E258-5A10-C623-7D7819308D91}"/>
          </ac:spMkLst>
        </pc:spChg>
        <pc:spChg chg="add mod">
          <ac:chgData name="tara k" userId="49bbbc7aec4302f1" providerId="LiveId" clId="{19D83CF8-C530-4AE8-A830-B3F2F1C02079}" dt="2026-05-04T01:58:15.349" v="4245" actId="20577"/>
          <ac:spMkLst>
            <pc:docMk/>
            <pc:sldMk cId="1424617277" sldId="263"/>
            <ac:spMk id="5" creationId="{32496160-BD97-CEC6-E5D2-86B66B641493}"/>
          </ac:spMkLst>
        </pc:spChg>
        <pc:graphicFrameChg chg="del">
          <ac:chgData name="tara k" userId="49bbbc7aec4302f1" providerId="LiveId" clId="{19D83CF8-C530-4AE8-A830-B3F2F1C02079}" dt="2026-05-04T01:46:09.900" v="3125" actId="478"/>
          <ac:graphicFrameMkLst>
            <pc:docMk/>
            <pc:sldMk cId="1424617277" sldId="263"/>
            <ac:graphicFrameMk id="4" creationId="{ECABE0E1-4C5B-0C26-9A5D-58DF019D39D4}"/>
          </ac:graphicFrameMkLst>
        </pc:graphicFrameChg>
        <pc:graphicFrameChg chg="add mod modGraphic">
          <ac:chgData name="tara k" userId="49bbbc7aec4302f1" providerId="LiveId" clId="{19D83CF8-C530-4AE8-A830-B3F2F1C02079}" dt="2026-05-04T01:51:56.830" v="3762" actId="113"/>
          <ac:graphicFrameMkLst>
            <pc:docMk/>
            <pc:sldMk cId="1424617277" sldId="263"/>
            <ac:graphicFrameMk id="6" creationId="{51A99515-7485-A5F4-2168-AEBA8CF5A938}"/>
          </ac:graphicFrameMkLst>
        </pc:graphicFrameChg>
      </pc:sldChg>
      <pc:sldChg chg="addSp delSp modSp add mod ord modTransition">
        <pc:chgData name="tara k" userId="49bbbc7aec4302f1" providerId="LiveId" clId="{19D83CF8-C530-4AE8-A830-B3F2F1C02079}" dt="2026-05-04T02:11:30.881" v="4574"/>
        <pc:sldMkLst>
          <pc:docMk/>
          <pc:sldMk cId="3681799160" sldId="264"/>
        </pc:sldMkLst>
        <pc:spChg chg="mod">
          <ac:chgData name="tara k" userId="49bbbc7aec4302f1" providerId="LiveId" clId="{19D83CF8-C530-4AE8-A830-B3F2F1C02079}" dt="2026-05-04T01:55:30.342" v="3956" actId="20577"/>
          <ac:spMkLst>
            <pc:docMk/>
            <pc:sldMk cId="3681799160" sldId="264"/>
            <ac:spMk id="2" creationId="{5C223FE6-5EEB-8304-9455-572F38EB96E9}"/>
          </ac:spMkLst>
        </pc:spChg>
        <pc:spChg chg="del">
          <ac:chgData name="tara k" userId="49bbbc7aec4302f1" providerId="LiveId" clId="{19D83CF8-C530-4AE8-A830-B3F2F1C02079}" dt="2026-05-04T01:55:33.519" v="3957" actId="478"/>
          <ac:spMkLst>
            <pc:docMk/>
            <pc:sldMk cId="3681799160" sldId="264"/>
            <ac:spMk id="3" creationId="{CD66D2E3-8A66-CC08-0C0D-A9194699A882}"/>
          </ac:spMkLst>
        </pc:spChg>
        <pc:spChg chg="del">
          <ac:chgData name="tara k" userId="49bbbc7aec4302f1" providerId="LiveId" clId="{19D83CF8-C530-4AE8-A830-B3F2F1C02079}" dt="2026-05-04T01:55:35.549" v="3958" actId="478"/>
          <ac:spMkLst>
            <pc:docMk/>
            <pc:sldMk cId="3681799160" sldId="264"/>
            <ac:spMk id="5" creationId="{CB09A9E6-2913-7B20-08C5-859463C3F551}"/>
          </ac:spMkLst>
        </pc:spChg>
        <pc:spChg chg="add del mod">
          <ac:chgData name="tara k" userId="49bbbc7aec4302f1" providerId="LiveId" clId="{19D83CF8-C530-4AE8-A830-B3F2F1C02079}" dt="2026-05-04T01:55:36.205" v="3959" actId="478"/>
          <ac:spMkLst>
            <pc:docMk/>
            <pc:sldMk cId="3681799160" sldId="264"/>
            <ac:spMk id="7" creationId="{0C2E4039-04A6-61C9-3038-DC941E647D24}"/>
          </ac:spMkLst>
        </pc:spChg>
        <pc:spChg chg="add del mod">
          <ac:chgData name="tara k" userId="49bbbc7aec4302f1" providerId="LiveId" clId="{19D83CF8-C530-4AE8-A830-B3F2F1C02079}" dt="2026-05-04T02:03:32.434" v="4248"/>
          <ac:spMkLst>
            <pc:docMk/>
            <pc:sldMk cId="3681799160" sldId="264"/>
            <ac:spMk id="10" creationId="{C71AAA61-191F-7D1C-7DF9-B4C725C22985}"/>
          </ac:spMkLst>
        </pc:spChg>
        <pc:spChg chg="add mod">
          <ac:chgData name="tara k" userId="49bbbc7aec4302f1" providerId="LiveId" clId="{19D83CF8-C530-4AE8-A830-B3F2F1C02079}" dt="2026-05-04T02:03:54.132" v="4258" actId="1076"/>
          <ac:spMkLst>
            <pc:docMk/>
            <pc:sldMk cId="3681799160" sldId="264"/>
            <ac:spMk id="11" creationId="{19EAD390-416A-8A76-BCB1-40F251526519}"/>
          </ac:spMkLst>
        </pc:spChg>
        <pc:spChg chg="add del mod">
          <ac:chgData name="tara k" userId="49bbbc7aec4302f1" providerId="LiveId" clId="{19D83CF8-C530-4AE8-A830-B3F2F1C02079}" dt="2026-05-04T02:03:42.145" v="4254" actId="478"/>
          <ac:spMkLst>
            <pc:docMk/>
            <pc:sldMk cId="3681799160" sldId="264"/>
            <ac:spMk id="12" creationId="{9020C2CB-0CC5-07F4-FFF1-7C7C1A10FD59}"/>
          </ac:spMkLst>
        </pc:spChg>
        <pc:spChg chg="add mod">
          <ac:chgData name="tara k" userId="49bbbc7aec4302f1" providerId="LiveId" clId="{19D83CF8-C530-4AE8-A830-B3F2F1C02079}" dt="2026-05-04T02:04:08.862" v="4282" actId="1076"/>
          <ac:spMkLst>
            <pc:docMk/>
            <pc:sldMk cId="3681799160" sldId="264"/>
            <ac:spMk id="13" creationId="{7EE31887-02A7-66F1-AFE9-46FC4DDB76E9}"/>
          </ac:spMkLst>
        </pc:spChg>
        <pc:spChg chg="add mod">
          <ac:chgData name="tara k" userId="49bbbc7aec4302f1" providerId="LiveId" clId="{19D83CF8-C530-4AE8-A830-B3F2F1C02079}" dt="2026-05-04T02:04:17.903" v="4308" actId="20577"/>
          <ac:spMkLst>
            <pc:docMk/>
            <pc:sldMk cId="3681799160" sldId="264"/>
            <ac:spMk id="14" creationId="{E3F448D9-8E43-394F-2352-DECEF978411D}"/>
          </ac:spMkLst>
        </pc:spChg>
        <pc:spChg chg="add mod">
          <ac:chgData name="tara k" userId="49bbbc7aec4302f1" providerId="LiveId" clId="{19D83CF8-C530-4AE8-A830-B3F2F1C02079}" dt="2026-05-04T02:05:15.954" v="4436" actId="20577"/>
          <ac:spMkLst>
            <pc:docMk/>
            <pc:sldMk cId="3681799160" sldId="264"/>
            <ac:spMk id="15" creationId="{521100EC-5AFC-82AA-A75C-B049DC2A0406}"/>
          </ac:spMkLst>
        </pc:spChg>
        <pc:spChg chg="add mod">
          <ac:chgData name="tara k" userId="49bbbc7aec4302f1" providerId="LiveId" clId="{19D83CF8-C530-4AE8-A830-B3F2F1C02079}" dt="2026-05-04T02:05:37.019" v="4508" actId="20577"/>
          <ac:spMkLst>
            <pc:docMk/>
            <pc:sldMk cId="3681799160" sldId="264"/>
            <ac:spMk id="16" creationId="{0620C191-753A-A9DC-B5AB-3286CBD0FB33}"/>
          </ac:spMkLst>
        </pc:spChg>
        <pc:spChg chg="add mod">
          <ac:chgData name="tara k" userId="49bbbc7aec4302f1" providerId="LiveId" clId="{19D83CF8-C530-4AE8-A830-B3F2F1C02079}" dt="2026-05-04T02:05:52.201" v="4537" actId="20577"/>
          <ac:spMkLst>
            <pc:docMk/>
            <pc:sldMk cId="3681799160" sldId="264"/>
            <ac:spMk id="17" creationId="{B4C154FE-65E0-3B2B-7A13-2C14CE85B457}"/>
          </ac:spMkLst>
        </pc:spChg>
        <pc:spChg chg="add mod">
          <ac:chgData name="tara k" userId="49bbbc7aec4302f1" providerId="LiveId" clId="{19D83CF8-C530-4AE8-A830-B3F2F1C02079}" dt="2026-05-04T02:06:03.205" v="4554" actId="20577"/>
          <ac:spMkLst>
            <pc:docMk/>
            <pc:sldMk cId="3681799160" sldId="264"/>
            <ac:spMk id="18" creationId="{ABE9952B-ED53-87B4-75DE-62D1BB0DFA50}"/>
          </ac:spMkLst>
        </pc:spChg>
        <pc:graphicFrameChg chg="del">
          <ac:chgData name="tara k" userId="49bbbc7aec4302f1" providerId="LiveId" clId="{19D83CF8-C530-4AE8-A830-B3F2F1C02079}" dt="2026-05-04T01:55:37.793" v="3960" actId="478"/>
          <ac:graphicFrameMkLst>
            <pc:docMk/>
            <pc:sldMk cId="3681799160" sldId="264"/>
            <ac:graphicFrameMk id="6" creationId="{94575A85-D43D-70E0-D74A-30EE6F82A5B9}"/>
          </ac:graphicFrameMkLst>
        </pc:graphicFrameChg>
        <pc:picChg chg="add mod">
          <ac:chgData name="tara k" userId="49bbbc7aec4302f1" providerId="LiveId" clId="{19D83CF8-C530-4AE8-A830-B3F2F1C02079}" dt="2026-05-04T01:55:52.418" v="3964" actId="1076"/>
          <ac:picMkLst>
            <pc:docMk/>
            <pc:sldMk cId="3681799160" sldId="264"/>
            <ac:picMk id="9" creationId="{FCC3B838-E299-5FA2-D38E-4F8AE91B9565}"/>
          </ac:picMkLst>
        </pc:picChg>
        <pc:cxnChg chg="add mod">
          <ac:chgData name="tara k" userId="49bbbc7aec4302f1" providerId="LiveId" clId="{19D83CF8-C530-4AE8-A830-B3F2F1C02079}" dt="2026-05-04T02:06:21.611" v="4556" actId="1582"/>
          <ac:cxnSpMkLst>
            <pc:docMk/>
            <pc:sldMk cId="3681799160" sldId="264"/>
            <ac:cxnSpMk id="20" creationId="{929A6781-44DD-5461-C268-E77BF4E07DD1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22" creationId="{B8B1E9F9-BBD5-4F9A-A43B-6C235C8F05DD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24" creationId="{FA1006AD-1FD0-A4DA-A2B1-BD2EC592BFCC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26" creationId="{E8B5A0BF-FC88-4067-AD21-013B13F16C43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28" creationId="{F0FCABE0-E5DA-152E-9739-E939FF204184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30" creationId="{CCB42BCF-1ED7-3DDC-E926-B6C90955D05F}"/>
          </ac:cxnSpMkLst>
        </pc:cxnChg>
        <pc:cxnChg chg="add mod">
          <ac:chgData name="tara k" userId="49bbbc7aec4302f1" providerId="LiveId" clId="{19D83CF8-C530-4AE8-A830-B3F2F1C02079}" dt="2026-05-04T02:07:14.739" v="4563" actId="1582"/>
          <ac:cxnSpMkLst>
            <pc:docMk/>
            <pc:sldMk cId="3681799160" sldId="264"/>
            <ac:cxnSpMk id="32" creationId="{3C85F094-D109-72F6-F871-94CF12BE7CC9}"/>
          </ac:cxnSpMkLst>
        </pc:cxnChg>
      </pc:sldChg>
      <pc:sldMasterChg chg="modTransition modSldLayout">
        <pc:chgData name="tara k" userId="49bbbc7aec4302f1" providerId="LiveId" clId="{19D83CF8-C530-4AE8-A830-B3F2F1C02079}" dt="2026-05-04T02:11:30.881" v="4574"/>
        <pc:sldMasterMkLst>
          <pc:docMk/>
          <pc:sldMasterMk cId="3322613320" sldId="2147483744"/>
        </pc:sldMasterMkLst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2958381904" sldId="2147483745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669998508" sldId="2147483746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4277040169" sldId="2147483747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230497992" sldId="2147483748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1918283160" sldId="2147483749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3186109406" sldId="2147483750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2691933457" sldId="2147483751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2554938944" sldId="2147483752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4236159718" sldId="2147483753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3238781604" sldId="2147483754"/>
          </pc:sldLayoutMkLst>
        </pc:sldLayoutChg>
        <pc:sldLayoutChg chg="modTransition">
          <pc:chgData name="tara k" userId="49bbbc7aec4302f1" providerId="LiveId" clId="{19D83CF8-C530-4AE8-A830-B3F2F1C02079}" dt="2026-05-04T02:11:30.881" v="4574"/>
          <pc:sldLayoutMkLst>
            <pc:docMk/>
            <pc:sldMasterMk cId="3322613320" sldId="2147483744"/>
            <pc:sldLayoutMk cId="159899673" sldId="214748375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81904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98508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40169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799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83160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09406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3345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38944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59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8160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9673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9685ED19-0FAA-446F-87B1-43FCCD99EB6D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B12BD94-E2BF-4431-AF1E-763960516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1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slow">
    <p:push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4F78-EFFE-0C84-7F90-AAF096A41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1508759"/>
            <a:ext cx="6153912" cy="2614507"/>
          </a:xfrm>
        </p:spPr>
        <p:txBody>
          <a:bodyPr/>
          <a:lstStyle/>
          <a:p>
            <a:r>
              <a:rPr lang="en-US" dirty="0"/>
              <a:t>Cache Design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D52FF-EEB8-DE9C-9CFD-DFE27277D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6089904" cy="676020"/>
          </a:xfrm>
        </p:spPr>
        <p:txBody>
          <a:bodyPr>
            <a:normAutofit/>
          </a:bodyPr>
          <a:lstStyle/>
          <a:p>
            <a:r>
              <a:rPr lang="en-US" sz="3400" dirty="0"/>
              <a:t>by Tara K.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7ED96A-7A2D-048D-7325-6DBD37CD2839}"/>
              </a:ext>
            </a:extLst>
          </p:cNvPr>
          <p:cNvSpPr txBox="1"/>
          <p:nvPr/>
        </p:nvSpPr>
        <p:spPr>
          <a:xfrm>
            <a:off x="7762978" y="4531914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Cache Associativity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F00F0-A676-344D-3048-2DDBBD352434}"/>
              </a:ext>
            </a:extLst>
          </p:cNvPr>
          <p:cNvSpPr txBox="1"/>
          <p:nvPr/>
        </p:nvSpPr>
        <p:spPr>
          <a:xfrm>
            <a:off x="7762978" y="5055134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Conflict Misses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CE660B-ED17-9660-D594-71E760B58B15}"/>
              </a:ext>
            </a:extLst>
          </p:cNvPr>
          <p:cNvSpPr txBox="1"/>
          <p:nvPr/>
        </p:nvSpPr>
        <p:spPr>
          <a:xfrm>
            <a:off x="7762978" y="5578354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Performance Tradeoffs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0CD88-E822-3ACB-BFC8-FC495CBD4A2D}"/>
              </a:ext>
            </a:extLst>
          </p:cNvPr>
          <p:cNvSpPr txBox="1"/>
          <p:nvPr/>
        </p:nvSpPr>
        <p:spPr>
          <a:xfrm>
            <a:off x="7762978" y="2069702"/>
            <a:ext cx="3825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RISC-V cache simulator visually comparing user-defined cache organizations.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30BE4-E66A-F7EF-D913-FDEB4F8505CD}"/>
              </a:ext>
            </a:extLst>
          </p:cNvPr>
          <p:cNvSpPr txBox="1"/>
          <p:nvPr/>
        </p:nvSpPr>
        <p:spPr>
          <a:xfrm>
            <a:off x="7762978" y="4083221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Covered: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AEE38-1E07-060E-5473-C3CC2C11631A}"/>
              </a:ext>
            </a:extLst>
          </p:cNvPr>
          <p:cNvSpPr txBox="1"/>
          <p:nvPr/>
        </p:nvSpPr>
        <p:spPr>
          <a:xfrm>
            <a:off x="7762978" y="1611701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this project?</a:t>
            </a:r>
          </a:p>
        </p:txBody>
      </p:sp>
    </p:spTree>
    <p:extLst>
      <p:ext uri="{BB962C8B-B14F-4D97-AF65-F5344CB8AC3E}">
        <p14:creationId xmlns:p14="http://schemas.microsoft.com/office/powerpoint/2010/main" val="3291172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E7D85-2DE0-C616-5875-D27F34554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3FE6-5EEB-8304-9455-572F38EB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57175"/>
            <a:ext cx="10772775" cy="1077596"/>
          </a:xfrm>
        </p:spPr>
        <p:txBody>
          <a:bodyPr/>
          <a:lstStyle/>
          <a:p>
            <a:r>
              <a:rPr lang="en-US" dirty="0"/>
              <a:t>Project Structure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C3B838-E299-5FA2-D38E-4F8AE91B9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1309404"/>
            <a:ext cx="3495963" cy="52914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EAD390-416A-8A76-BCB1-40F251526519}"/>
              </a:ext>
            </a:extLst>
          </p:cNvPr>
          <p:cNvSpPr txBox="1"/>
          <p:nvPr/>
        </p:nvSpPr>
        <p:spPr>
          <a:xfrm>
            <a:off x="4812145" y="1334771"/>
            <a:ext cx="647934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GUI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31887-02A7-66F1-AFE9-46FC4DDB76E9}"/>
              </a:ext>
            </a:extLst>
          </p:cNvPr>
          <p:cNvSpPr txBox="1"/>
          <p:nvPr/>
        </p:nvSpPr>
        <p:spPr>
          <a:xfrm>
            <a:off x="4812145" y="1875098"/>
            <a:ext cx="1619354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hex_inst.txt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448D9-8E43-394F-2352-DECEF978411D}"/>
              </a:ext>
            </a:extLst>
          </p:cNvPr>
          <p:cNvSpPr txBox="1"/>
          <p:nvPr/>
        </p:nvSpPr>
        <p:spPr>
          <a:xfrm>
            <a:off x="4812145" y="2412367"/>
            <a:ext cx="1499128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All log files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100EC-5AFC-82AA-A75C-B049DC2A0406}"/>
              </a:ext>
            </a:extLst>
          </p:cNvPr>
          <p:cNvSpPr txBox="1"/>
          <p:nvPr/>
        </p:nvSpPr>
        <p:spPr>
          <a:xfrm>
            <a:off x="4812145" y="2949636"/>
            <a:ext cx="5746060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Actual function (decoder/cache/pipeline/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20C191-753A-A9DC-B5AB-3286CBD0FB33}"/>
              </a:ext>
            </a:extLst>
          </p:cNvPr>
          <p:cNvSpPr txBox="1"/>
          <p:nvPr/>
        </p:nvSpPr>
        <p:spPr>
          <a:xfrm>
            <a:off x="4812145" y="3489963"/>
            <a:ext cx="7003905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Used before GUI was created, also useful for debugging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154FE-65E0-3B2B-7A13-2C14CE85B457}"/>
              </a:ext>
            </a:extLst>
          </p:cNvPr>
          <p:cNvSpPr txBox="1"/>
          <p:nvPr/>
        </p:nvSpPr>
        <p:spPr>
          <a:xfrm>
            <a:off x="4812144" y="4005587"/>
            <a:ext cx="2474524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Loader and Logger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E9952B-ED53-87B4-75DE-62D1BB0DFA50}"/>
              </a:ext>
            </a:extLst>
          </p:cNvPr>
          <p:cNvSpPr txBox="1"/>
          <p:nvPr/>
        </p:nvSpPr>
        <p:spPr>
          <a:xfrm>
            <a:off x="4806349" y="5566493"/>
            <a:ext cx="1542345" cy="4616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Entry Point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9A6781-44DD-5461-C268-E77BF4E07DD1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1791855" y="1565603"/>
            <a:ext cx="302029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8B1E9F9-BBD5-4F9A-A43B-6C235C8F05DD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1930400" y="2105930"/>
            <a:ext cx="288174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1006AD-1FD0-A4DA-A2B1-BD2EC592BFCC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2041236" y="2643199"/>
            <a:ext cx="277090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8B5A0BF-FC88-4067-AD21-013B13F16C43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189018" y="3180468"/>
            <a:ext cx="2623127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0FCABE0-E5DA-152E-9739-E939FF204184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1791855" y="3720795"/>
            <a:ext cx="302029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CB42BCF-1ED7-3DDC-E926-B6C90955D05F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1791855" y="4236419"/>
            <a:ext cx="302028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85F094-D109-72F6-F871-94CF12BE7CC9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2041236" y="5797325"/>
            <a:ext cx="2765113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799160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0484-5AA5-CFD6-0632-00544D55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57175"/>
            <a:ext cx="10772775" cy="1077596"/>
          </a:xfrm>
        </p:spPr>
        <p:txBody>
          <a:bodyPr/>
          <a:lstStyle/>
          <a:p>
            <a:r>
              <a:rPr lang="en-US" dirty="0"/>
              <a:t>simulator/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CEE4D-A101-4BB1-F9C9-037E89961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334772"/>
            <a:ext cx="3322973" cy="44430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Core of the project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Built from the CPU simulator developed through class assignments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Primarily Assignment 6 parameterizing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27E0D5-3EC3-5372-E0D4-198AD662E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254" y="182393"/>
            <a:ext cx="4061869" cy="4443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CE44EC-224F-40AB-AA96-8A4A1064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376" y="1987580"/>
            <a:ext cx="4356885" cy="46880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B4D53-8C71-2044-0D37-4D14E3B74A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521"/>
          <a:stretch>
            <a:fillRect/>
          </a:stretch>
        </p:blipFill>
        <p:spPr>
          <a:xfrm>
            <a:off x="3864489" y="1987580"/>
            <a:ext cx="3715887" cy="46880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8290A9-5CE6-BF8B-134F-E1039AE18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0367" y="397089"/>
            <a:ext cx="3570009" cy="14949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C810930-3C63-2E86-F8A0-69D72A4F0F2D}"/>
              </a:ext>
            </a:extLst>
          </p:cNvPr>
          <p:cNvSpPr/>
          <p:nvPr/>
        </p:nvSpPr>
        <p:spPr>
          <a:xfrm>
            <a:off x="7964424" y="2121408"/>
            <a:ext cx="3477717" cy="320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32CD0B-777D-4F12-589A-BF0F65F05B78}"/>
              </a:ext>
            </a:extLst>
          </p:cNvPr>
          <p:cNvSpPr/>
          <p:nvPr/>
        </p:nvSpPr>
        <p:spPr>
          <a:xfrm>
            <a:off x="4304753" y="2553982"/>
            <a:ext cx="742736" cy="2075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C42D07-60D3-9A01-8E56-E4F65C1EDB25}"/>
              </a:ext>
            </a:extLst>
          </p:cNvPr>
          <p:cNvSpPr/>
          <p:nvPr/>
        </p:nvSpPr>
        <p:spPr>
          <a:xfrm>
            <a:off x="4563044" y="3541534"/>
            <a:ext cx="1179388" cy="20750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40AF5-F3E8-2FC3-F921-39ECBB938B05}"/>
              </a:ext>
            </a:extLst>
          </p:cNvPr>
          <p:cNvSpPr/>
          <p:nvPr/>
        </p:nvSpPr>
        <p:spPr>
          <a:xfrm>
            <a:off x="8086687" y="1029387"/>
            <a:ext cx="2593505" cy="275191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8F979-DBB3-0262-8EBD-53F21DE5C295}"/>
              </a:ext>
            </a:extLst>
          </p:cNvPr>
          <p:cNvSpPr/>
          <p:nvPr/>
        </p:nvSpPr>
        <p:spPr>
          <a:xfrm>
            <a:off x="4466296" y="2733814"/>
            <a:ext cx="2595169" cy="18234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9F36B8-5BBB-2C4D-F7F4-FA0850983AF9}"/>
              </a:ext>
            </a:extLst>
          </p:cNvPr>
          <p:cNvSpPr/>
          <p:nvPr/>
        </p:nvSpPr>
        <p:spPr>
          <a:xfrm>
            <a:off x="4508969" y="1523758"/>
            <a:ext cx="2083856" cy="18617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29ECD8-336F-A652-27CA-45E676F77169}"/>
              </a:ext>
            </a:extLst>
          </p:cNvPr>
          <p:cNvSpPr/>
          <p:nvPr/>
        </p:nvSpPr>
        <p:spPr>
          <a:xfrm>
            <a:off x="8258914" y="3277289"/>
            <a:ext cx="2759605" cy="16999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B936A9-6366-2DA2-2BE4-CDB15F0D54EA}"/>
              </a:ext>
            </a:extLst>
          </p:cNvPr>
          <p:cNvSpPr/>
          <p:nvPr/>
        </p:nvSpPr>
        <p:spPr>
          <a:xfrm>
            <a:off x="4561315" y="4204418"/>
            <a:ext cx="1418861" cy="146486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9216B4-DFED-99A3-39D4-7785FB938FA1}"/>
              </a:ext>
            </a:extLst>
          </p:cNvPr>
          <p:cNvSpPr/>
          <p:nvPr/>
        </p:nvSpPr>
        <p:spPr>
          <a:xfrm>
            <a:off x="8258915" y="3645287"/>
            <a:ext cx="1269134" cy="25005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D53733CC-FA98-F592-8280-913EF10A1CFD}"/>
              </a:ext>
            </a:extLst>
          </p:cNvPr>
          <p:cNvCxnSpPr>
            <a:cxnSpLocks/>
            <a:endCxn id="19" idx="3"/>
          </p:cNvCxnSpPr>
          <p:nvPr/>
        </p:nvCxnSpPr>
        <p:spPr>
          <a:xfrm rot="16200000" flipH="1">
            <a:off x="6237612" y="2001133"/>
            <a:ext cx="1179066" cy="468640"/>
          </a:xfrm>
          <a:prstGeom prst="curvedConnector4">
            <a:avLst>
              <a:gd name="adj1" fmla="val 29072"/>
              <a:gd name="adj2" fmla="val 187803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68BBACF5-3EA0-CE9F-71D0-60FC88FE3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949" y="4031709"/>
            <a:ext cx="1605983" cy="139117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0680E4C-8237-2B1E-5F54-B08C4A1BC675}"/>
              </a:ext>
            </a:extLst>
          </p:cNvPr>
          <p:cNvSpPr txBox="1"/>
          <p:nvPr/>
        </p:nvSpPr>
        <p:spPr>
          <a:xfrm>
            <a:off x="1846418" y="4031709"/>
            <a:ext cx="1914797" cy="8309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refactored to handle </a:t>
            </a:r>
            <a:r>
              <a:rPr lang="en-US" sz="1600" b="1" dirty="0"/>
              <a:t>multiple cache configurations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C8E60B7-20B4-3E6E-F417-482D5D594A28}"/>
              </a:ext>
            </a:extLst>
          </p:cNvPr>
          <p:cNvCxnSpPr>
            <a:cxnSpLocks/>
          </p:cNvCxnSpPr>
          <p:nvPr/>
        </p:nvCxnSpPr>
        <p:spPr>
          <a:xfrm flipH="1">
            <a:off x="1371600" y="4221564"/>
            <a:ext cx="474818" cy="0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296409-162F-AA74-DF27-BE3CA41F630C}"/>
              </a:ext>
            </a:extLst>
          </p:cNvPr>
          <p:cNvSpPr txBox="1"/>
          <p:nvPr/>
        </p:nvSpPr>
        <p:spPr>
          <a:xfrm>
            <a:off x="2252346" y="5104029"/>
            <a:ext cx="1498715" cy="3385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RISC-V </a:t>
            </a:r>
            <a:r>
              <a:rPr lang="en-US" sz="1600" b="1" dirty="0"/>
              <a:t>decoder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B4377E-E906-7C1E-75AA-CBD340DB6A51}"/>
              </a:ext>
            </a:extLst>
          </p:cNvPr>
          <p:cNvSpPr txBox="1"/>
          <p:nvPr/>
        </p:nvSpPr>
        <p:spPr>
          <a:xfrm>
            <a:off x="2080103" y="5663870"/>
            <a:ext cx="1670958" cy="8309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DMEM </a:t>
            </a:r>
            <a:r>
              <a:rPr lang="en-US" sz="1600" dirty="0" err="1"/>
              <a:t>lw</a:t>
            </a:r>
            <a:r>
              <a:rPr lang="en-US" sz="1600" dirty="0"/>
              <a:t>/</a:t>
            </a:r>
            <a:r>
              <a:rPr lang="en-US" sz="1600" dirty="0" err="1"/>
              <a:t>sw</a:t>
            </a:r>
            <a:r>
              <a:rPr lang="en-US" sz="1600" dirty="0"/>
              <a:t>: ensures </a:t>
            </a:r>
            <a:r>
              <a:rPr lang="en-US" sz="1600" b="1" dirty="0"/>
              <a:t>cache usage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70A8D7-BAC1-D853-3895-36869698BB6E}"/>
              </a:ext>
            </a:extLst>
          </p:cNvPr>
          <p:cNvSpPr txBox="1"/>
          <p:nvPr/>
        </p:nvSpPr>
        <p:spPr>
          <a:xfrm>
            <a:off x="191269" y="5669280"/>
            <a:ext cx="1795714" cy="8309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All stages, stage helpers/traces, and </a:t>
            </a:r>
            <a:r>
              <a:rPr lang="en-US" sz="1600" b="1" dirty="0"/>
              <a:t>“pseudo-main”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17A5FC8-3351-5FA4-BB9F-E466604FC1BF}"/>
              </a:ext>
            </a:extLst>
          </p:cNvPr>
          <p:cNvCxnSpPr>
            <a:cxnSpLocks/>
            <a:stCxn id="39" idx="1"/>
          </p:cNvCxnSpPr>
          <p:nvPr/>
        </p:nvCxnSpPr>
        <p:spPr>
          <a:xfrm rot="10800000">
            <a:off x="1218344" y="4551342"/>
            <a:ext cx="1034003" cy="721964"/>
          </a:xfrm>
          <a:prstGeom prst="bentConnector3">
            <a:avLst>
              <a:gd name="adj1" fmla="val 44694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DBF5187D-E2DA-F61C-B399-06D23ED26B63}"/>
              </a:ext>
            </a:extLst>
          </p:cNvPr>
          <p:cNvCxnSpPr>
            <a:cxnSpLocks/>
            <a:stCxn id="40" idx="0"/>
          </p:cNvCxnSpPr>
          <p:nvPr/>
        </p:nvCxnSpPr>
        <p:spPr>
          <a:xfrm rot="16200000" flipV="1">
            <a:off x="1872360" y="4620648"/>
            <a:ext cx="740436" cy="1346008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86BCCDB-34DE-40F5-96AA-8D0712A33CAC}"/>
              </a:ext>
            </a:extLst>
          </p:cNvPr>
          <p:cNvCxnSpPr>
            <a:stCxn id="41" idx="0"/>
          </p:cNvCxnSpPr>
          <p:nvPr/>
        </p:nvCxnSpPr>
        <p:spPr>
          <a:xfrm flipH="1" flipV="1">
            <a:off x="1078992" y="5340096"/>
            <a:ext cx="10134" cy="329184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119758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C5FF-6A76-31D8-2572-28A1FD9BF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0F98-257A-BF97-92BA-D6494B3D9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57175"/>
            <a:ext cx="10772775" cy="1077596"/>
          </a:xfrm>
        </p:spPr>
        <p:txBody>
          <a:bodyPr/>
          <a:lstStyle/>
          <a:p>
            <a:r>
              <a:rPr lang="en-US" dirty="0" err="1"/>
              <a:t>gui</a:t>
            </a:r>
            <a:r>
              <a:rPr lang="en-US" dirty="0"/>
              <a:t>/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AF96-065B-C1E4-73E3-7ACF64E6F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334772"/>
            <a:ext cx="4421817" cy="44430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New, simple </a:t>
            </a:r>
            <a:r>
              <a:rPr lang="en-US" dirty="0" err="1"/>
              <a:t>tkinter</a:t>
            </a:r>
            <a:br>
              <a:rPr lang="en-US" dirty="0"/>
            </a:br>
            <a:r>
              <a:rPr lang="en-US" dirty="0"/>
              <a:t>GUI for visual analysis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CONFIG TAB: </a:t>
            </a:r>
            <a:r>
              <a:rPr lang="en-US" dirty="0"/>
              <a:t>Stats for</a:t>
            </a:r>
            <a:br>
              <a:rPr lang="en-US" dirty="0"/>
            </a:br>
            <a:r>
              <a:rPr lang="en-US" dirty="0"/>
              <a:t>individual configs, and</a:t>
            </a:r>
            <a:br>
              <a:rPr lang="en-US" dirty="0"/>
            </a:br>
            <a:r>
              <a:rPr lang="en-US" dirty="0"/>
              <a:t>easily visible log files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COMPARISON TAB:</a:t>
            </a:r>
            <a:br>
              <a:rPr lang="en-US" dirty="0"/>
            </a:br>
            <a:r>
              <a:rPr lang="en-US" dirty="0"/>
              <a:t>Directly compares all</a:t>
            </a:r>
            <a:br>
              <a:rPr lang="en-US" dirty="0"/>
            </a:br>
            <a:r>
              <a:rPr lang="en-US" dirty="0"/>
              <a:t>provided configs in table/graphs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Check hit rate &amp; hits/misses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4CBA0A-8426-2899-C1ED-FABBDEEC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28" y="3253509"/>
            <a:ext cx="6620693" cy="3474720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24A7FB-7EFB-2C7D-1368-34D203BD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609" y="257174"/>
            <a:ext cx="6580408" cy="3474720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9AD49D-C09D-9B82-9F94-E20B1DFA8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42" y="5064586"/>
            <a:ext cx="2148931" cy="1227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FC92B8-CC3A-D04B-2638-AA2389948B1B}"/>
              </a:ext>
            </a:extLst>
          </p:cNvPr>
          <p:cNvSpPr txBox="1"/>
          <p:nvPr/>
        </p:nvSpPr>
        <p:spPr>
          <a:xfrm>
            <a:off x="2882702" y="5507610"/>
            <a:ext cx="1914797" cy="33855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Each is its own class</a:t>
            </a:r>
            <a:endParaRPr lang="en-US" sz="1600" b="1" dirty="0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D2ACDEDF-EC3F-AA2C-985D-59E74140B379}"/>
              </a:ext>
            </a:extLst>
          </p:cNvPr>
          <p:cNvSpPr/>
          <p:nvPr/>
        </p:nvSpPr>
        <p:spPr>
          <a:xfrm>
            <a:off x="2503052" y="5120002"/>
            <a:ext cx="360218" cy="1133014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3524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BE987-8050-9E44-65A7-8E1895A1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A05E-F1EC-CD82-086F-16715E1F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57175"/>
            <a:ext cx="10772775" cy="1077596"/>
          </a:xfrm>
        </p:spPr>
        <p:txBody>
          <a:bodyPr/>
          <a:lstStyle/>
          <a:p>
            <a:r>
              <a:rPr lang="en-US" dirty="0"/>
              <a:t>User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87B89-C5EB-1589-680D-91B3E902C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334772"/>
            <a:ext cx="10753343" cy="44430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Designed to be easily configured by user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INPUT_FILE: </a:t>
            </a:r>
            <a:r>
              <a:rPr lang="en-US" dirty="0"/>
              <a:t>Custom input path/file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CONFIGS: </a:t>
            </a:r>
            <a:r>
              <a:rPr lang="en-US" dirty="0"/>
              <a:t>Cache settings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Design choice: list[tuple[str, int, int, int]]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In Assignment 6: </a:t>
            </a:r>
            <a:r>
              <a:rPr lang="en-US" dirty="0"/>
              <a:t>NUM_SETS is derived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In project: </a:t>
            </a:r>
            <a:r>
              <a:rPr lang="en-US" dirty="0"/>
              <a:t>cache size is derived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size = </a:t>
            </a:r>
            <a:r>
              <a:rPr lang="en-US" dirty="0" err="1"/>
              <a:t>assoc</a:t>
            </a:r>
            <a:r>
              <a:rPr lang="en-US" dirty="0"/>
              <a:t> * </a:t>
            </a:r>
            <a:r>
              <a:rPr lang="en-US" dirty="0" err="1"/>
              <a:t>num_sets</a:t>
            </a:r>
            <a:r>
              <a:rPr lang="en-US" dirty="0"/>
              <a:t> * </a:t>
            </a:r>
            <a:r>
              <a:rPr lang="en-US" dirty="0" err="1"/>
              <a:t>block_bytes</a:t>
            </a:r>
            <a:endParaRPr lang="en-US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Easier to get different behavior by</a:t>
            </a:r>
            <a:br>
              <a:rPr lang="en-US" dirty="0"/>
            </a:br>
            <a:r>
              <a:rPr lang="en-US" dirty="0"/>
              <a:t>specifying </a:t>
            </a:r>
            <a:r>
              <a:rPr lang="en-US" i="1" dirty="0" err="1"/>
              <a:t>assoc</a:t>
            </a:r>
            <a:r>
              <a:rPr lang="en-US" dirty="0"/>
              <a:t> and </a:t>
            </a:r>
            <a:r>
              <a:rPr lang="en-US" i="1" dirty="0" err="1"/>
              <a:t>num_sets</a:t>
            </a:r>
            <a:endParaRPr lang="en-US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44745-FB01-8FB6-E277-4E28ACA7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93" y="257175"/>
            <a:ext cx="4894397" cy="26445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AC5456-6F04-B3BC-709F-7B7D1C9CB9E2}"/>
              </a:ext>
            </a:extLst>
          </p:cNvPr>
          <p:cNvSpPr txBox="1"/>
          <p:nvPr/>
        </p:nvSpPr>
        <p:spPr>
          <a:xfrm>
            <a:off x="5853883" y="2293251"/>
            <a:ext cx="774898" cy="33900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8B350-2F88-3412-D31C-75930303AE94}"/>
              </a:ext>
            </a:extLst>
          </p:cNvPr>
          <p:cNvSpPr txBox="1"/>
          <p:nvPr/>
        </p:nvSpPr>
        <p:spPr>
          <a:xfrm>
            <a:off x="6769259" y="3073819"/>
            <a:ext cx="1638935" cy="156966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ASSOC:</a:t>
            </a:r>
          </a:p>
          <a:p>
            <a:r>
              <a:rPr lang="en-US" sz="1600" dirty="0"/>
              <a:t>Number of ways per set – N different blocks occupying the same 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4D25F-D05F-2AF8-635A-C26BBC8833F1}"/>
              </a:ext>
            </a:extLst>
          </p:cNvPr>
          <p:cNvSpPr txBox="1"/>
          <p:nvPr/>
        </p:nvSpPr>
        <p:spPr>
          <a:xfrm>
            <a:off x="8575202" y="3196930"/>
            <a:ext cx="1705705" cy="132343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NUM_SETS:</a:t>
            </a:r>
          </a:p>
          <a:p>
            <a:r>
              <a:rPr lang="en-US" sz="1600" dirty="0"/>
              <a:t>Number of sets in cache – defines how addresses are mapped to cache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A71DCF-5F99-5DBE-2ED0-CDF708D0D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006" y="4784436"/>
            <a:ext cx="5979785" cy="19192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1795EA1-CB3E-7B1C-A2E1-6C2E230C9861}"/>
              </a:ext>
            </a:extLst>
          </p:cNvPr>
          <p:cNvSpPr txBox="1"/>
          <p:nvPr/>
        </p:nvSpPr>
        <p:spPr>
          <a:xfrm>
            <a:off x="10447914" y="3320040"/>
            <a:ext cx="1638935" cy="107721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/>
              <a:t>BLOCK_BYTES: </a:t>
            </a:r>
            <a:r>
              <a:rPr lang="en-US" sz="1600" dirty="0"/>
              <a:t>Data size transferred in one operation</a:t>
            </a:r>
            <a:endParaRPr lang="en-US" sz="16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0548909-9830-7E5B-5F3B-9D7647592782}"/>
              </a:ext>
            </a:extLst>
          </p:cNvPr>
          <p:cNvCxnSpPr>
            <a:cxnSpLocks/>
            <a:stCxn id="6" idx="0"/>
          </p:cNvCxnSpPr>
          <p:nvPr/>
        </p:nvCxnSpPr>
        <p:spPr>
          <a:xfrm rot="5400000" flipH="1" flipV="1">
            <a:off x="6692722" y="1402915"/>
            <a:ext cx="438946" cy="1341726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DAB49C9-8F85-BE3E-EBCB-927BDCCCA85E}"/>
              </a:ext>
            </a:extLst>
          </p:cNvPr>
          <p:cNvCxnSpPr>
            <a:cxnSpLocks/>
          </p:cNvCxnSpPr>
          <p:nvPr/>
        </p:nvCxnSpPr>
        <p:spPr>
          <a:xfrm flipV="1">
            <a:off x="8086465" y="2367547"/>
            <a:ext cx="1528590" cy="706272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1D803ABF-A098-1266-6BDD-D840C44EA6C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78490" y="2692153"/>
            <a:ext cx="558098" cy="389186"/>
          </a:xfrm>
          <a:prstGeom prst="bentConnector3">
            <a:avLst>
              <a:gd name="adj1" fmla="val 35105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74BADF7B-44FF-8DBB-16ED-3D466BD2A20F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10541779" y="2594436"/>
            <a:ext cx="780298" cy="670909"/>
          </a:xfrm>
          <a:prstGeom prst="bentConnector3">
            <a:avLst>
              <a:gd name="adj1" fmla="val 31061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E12B475-367B-A239-99EF-4C082C00C32D}"/>
              </a:ext>
            </a:extLst>
          </p:cNvPr>
          <p:cNvCxnSpPr>
            <a:cxnSpLocks/>
          </p:cNvCxnSpPr>
          <p:nvPr/>
        </p:nvCxnSpPr>
        <p:spPr>
          <a:xfrm rot="5400000">
            <a:off x="5707853" y="4400587"/>
            <a:ext cx="1180912" cy="941911"/>
          </a:xfrm>
          <a:prstGeom prst="bentConnector3">
            <a:avLst>
              <a:gd name="adj1" fmla="val 22625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E156ACB-39DE-2770-BB4F-6445AB64891C}"/>
              </a:ext>
            </a:extLst>
          </p:cNvPr>
          <p:cNvCxnSpPr>
            <a:cxnSpLocks/>
          </p:cNvCxnSpPr>
          <p:nvPr/>
        </p:nvCxnSpPr>
        <p:spPr>
          <a:xfrm rot="5400000">
            <a:off x="6857238" y="4664294"/>
            <a:ext cx="2005819" cy="1717966"/>
          </a:xfrm>
          <a:prstGeom prst="bentConnector3">
            <a:avLst>
              <a:gd name="adj1" fmla="val 99732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0E17032E-46D3-912C-0411-BD44B6E8E420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>
            <a:off x="9174488" y="3082918"/>
            <a:ext cx="778554" cy="3407235"/>
          </a:xfrm>
          <a:prstGeom prst="bentConnector2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A8E1554F-C577-74B5-62EA-038CF719DD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304"/>
          <a:stretch>
            <a:fillRect/>
          </a:stretch>
        </p:blipFill>
        <p:spPr>
          <a:xfrm>
            <a:off x="248860" y="5400924"/>
            <a:ext cx="5054860" cy="1180914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B0A5C60A-AB82-B024-8BF6-A6103D7F57EC}"/>
              </a:ext>
            </a:extLst>
          </p:cNvPr>
          <p:cNvSpPr/>
          <p:nvPr/>
        </p:nvSpPr>
        <p:spPr>
          <a:xfrm>
            <a:off x="535708" y="6276808"/>
            <a:ext cx="3343563" cy="33181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05390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8AE30-BA15-312E-E9B5-E80C9F55F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3897745"/>
            <a:ext cx="10782300" cy="173105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85545177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ECA7-E74B-7710-F1B3-D2E90AED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C599-2562-C100-916E-C8BCEBC7D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257175"/>
            <a:ext cx="10772775" cy="1077596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F6EA7-E258-5A10-C623-7D7819308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1334772"/>
            <a:ext cx="5419344" cy="5115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Conflict Misses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Compulsory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first time accessing an address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Capacity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cache size too small, system must evict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Conflict/Collisions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addresses mapping to the same set</a:t>
            </a:r>
            <a:br>
              <a:rPr lang="en-US" dirty="0"/>
            </a:br>
            <a:r>
              <a:rPr lang="en-US" dirty="0"/>
              <a:t>are evicting each other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b="1" i="0" dirty="0"/>
              <a:t>Direct-mapped: </a:t>
            </a:r>
            <a:r>
              <a:rPr lang="en-US" i="0" dirty="0"/>
              <a:t>one</a:t>
            </a:r>
            <a:br>
              <a:rPr lang="en-US" i="0" dirty="0"/>
            </a:br>
            <a:r>
              <a:rPr lang="en-US" i="0" dirty="0"/>
              <a:t>address, one cache</a:t>
            </a:r>
            <a:br>
              <a:rPr lang="en-US" i="0" dirty="0"/>
            </a:br>
            <a:r>
              <a:rPr lang="en-US" i="0" dirty="0"/>
              <a:t>location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b="1" i="0" dirty="0"/>
              <a:t>N-way: </a:t>
            </a:r>
            <a:r>
              <a:rPr lang="en-US" i="0" dirty="0"/>
              <a:t>addresses</a:t>
            </a:r>
            <a:br>
              <a:rPr lang="en-US" i="0" dirty="0"/>
            </a:br>
            <a:r>
              <a:rPr lang="en-US" i="0" dirty="0"/>
              <a:t>get multiple slots</a:t>
            </a:r>
            <a:br>
              <a:rPr lang="en-US" i="0" dirty="0"/>
            </a:br>
            <a:r>
              <a:rPr lang="en-US" i="0" dirty="0"/>
              <a:t>before eviction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496160-BD97-CEC6-E5D2-86B66B641493}"/>
              </a:ext>
            </a:extLst>
          </p:cNvPr>
          <p:cNvSpPr txBox="1">
            <a:spLocks/>
          </p:cNvSpPr>
          <p:nvPr/>
        </p:nvSpPr>
        <p:spPr>
          <a:xfrm>
            <a:off x="6096000" y="1334771"/>
            <a:ext cx="5333999" cy="4443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Performance Tradeoffs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Higher ASSOC: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Less conflict misses, higher hit rate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Requires checking more ways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Performance improvements level off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Direct-Mapped: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Only one way, only one search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dirty="0"/>
              <a:t>High costs for conflict misses, bad hit rate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A99515-7485-A5F4-2168-AEBA8CF5A9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977223"/>
              </p:ext>
            </p:extLst>
          </p:nvPr>
        </p:nvGraphicFramePr>
        <p:xfrm>
          <a:off x="3823855" y="4596128"/>
          <a:ext cx="7869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346">
                  <a:extLst>
                    <a:ext uri="{9D8B030D-6E8A-4147-A177-3AD203B41FA5}">
                      <a16:colId xmlns:a16="http://schemas.microsoft.com/office/drawing/2014/main" val="1966261226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742799458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2610293761"/>
                    </a:ext>
                  </a:extLst>
                </a:gridCol>
                <a:gridCol w="1967346">
                  <a:extLst>
                    <a:ext uri="{9D8B030D-6E8A-4147-A177-3AD203B41FA5}">
                      <a16:colId xmlns:a16="http://schemas.microsoft.com/office/drawing/2014/main" val="468424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Direct-Mapped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2-Way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4-Way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808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Conflict Miss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64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Lookup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589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Hardware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7258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754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617277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110</TotalTime>
  <Words>403</Words>
  <Application>Microsoft Office PowerPoint</Application>
  <PresentationFormat>Widescreen</PresentationFormat>
  <Paragraphs>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 Light</vt:lpstr>
      <vt:lpstr>Wingdings</vt:lpstr>
      <vt:lpstr>Metropolitan</vt:lpstr>
      <vt:lpstr>Cache Design Exploration</vt:lpstr>
      <vt:lpstr>Project Structure</vt:lpstr>
      <vt:lpstr>simulator/</vt:lpstr>
      <vt:lpstr>gui/</vt:lpstr>
      <vt:lpstr>User Configuration</vt:lpstr>
      <vt:lpstr>Demo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tara k</dc:creator>
  <cp:lastModifiedBy>tara k</cp:lastModifiedBy>
  <cp:revision>1</cp:revision>
  <dcterms:created xsi:type="dcterms:W3CDTF">2026-05-04T00:21:28Z</dcterms:created>
  <dcterms:modified xsi:type="dcterms:W3CDTF">2026-05-04T02:11:41Z</dcterms:modified>
</cp:coreProperties>
</file>